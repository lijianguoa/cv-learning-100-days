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Day 2: 数字图像基础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843"/>
                </a:solidFill>
                <a:latin typeface="Microsoft YaHei"/>
              </a:defRPr>
            </a:pPr>
            <a:r>
              <a:t>Day 002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B6BF"/>
                </a:solidFill>
                <a:latin typeface="Microsoft YaHei"/>
              </a:defRPr>
            </a:pPr>
            <a:r>
              <a:t>2026-05-26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计算机视觉100天学习计划 · 每日推送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📋 今日目录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配图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6032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08959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089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‍ 科学家故事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经典实验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54879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548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小故事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30352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85216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6400799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400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v_day002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60320"/>
            <a:ext cx="39319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数字图像的诞生标志着人类记录和传递视觉信息方式的革命性转变。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【1. 像素（Pixel）】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像素是数字图像的最小单位，是"picture element"的缩写。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属性 | 说明 | 示例 |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**定义** | 图像矩阵中的单个元素 | 一张1920×1080的图片有207万像素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**值域** | 通常0-255（8位） | 0=黑，255=白（灰度图）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**位深** | 每像素比特数 | 8位、16位、24位、32位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**像素与分辨率的关系**：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分辨率 = 宽度(像素) × 高度(像素)</a:t>
            </a:r>
          </a:p>
        </p:txBody>
      </p:sp>
      <p:pic>
        <p:nvPicPr>
          <p:cNvPr id="6" name="Picture 5" descr="cv_day002_color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280160"/>
            <a:ext cx="36576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例如：4K = 3840 × 2160 = 8,294,400 像素 ≈ 830万像素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【RGB色彩空间】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**原理**：加色混合，红(Red)、绿(Green)、蓝(Blue)三原色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**应用**：显示器、摄像头、数字相机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**表示**：(R, G, B)，每个通道0-255</a:t>
            </a:r>
          </a:p>
        </p:txBody>
      </p:sp>
      <p:pic>
        <p:nvPicPr>
          <p:cNvPr id="6" name="Picture 5" descr="2026-05-26_cv_day001_appl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280160"/>
            <a:ext cx="36576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**示例**：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纯红：(255, 0, 0)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纯白：(255, 255, 255)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纯黑：(0, 0, 0)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【HSV色彩空间】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**H (Hue/色调)**：0-360°，表示颜色种类</a:t>
            </a:r>
          </a:p>
        </p:txBody>
      </p:sp>
      <p:pic>
        <p:nvPicPr>
          <p:cNvPr id="6" name="Picture 5" descr="2026-05-26_cv_day0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280160"/>
            <a:ext cx="36576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**S (Saturation/饱和度)**：0-100%，颜色纯度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**V (Value/明度)**：0-100%，亮度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**优势**：更符合人类对颜色的感知，便于颜色分割和调整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【灰度（Grayscale）】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**转换公式**：`Gray = 0.299R + 0.587G + 0.114B`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**应用**：简化处理、节省存储、边缘检测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**特点**：单通道，每个像素1字节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【3. 图像的数字化表示】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数字图像是二维矩阵的数学表示：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图像 I 是一个 M×N 的矩阵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I(x, y) 表示第x行第y列的像素值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示例：3×3 灰度图像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[100  120  140]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I =  [110  130  150]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[120  140  160]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**图像类型**：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类型 | 通道数 | 每像素位数 | 典型应用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二值图像 | 1 | 1 | 文档扫描、OCR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灰度图像 | 1 | 8 | 医学影像、老照片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彩色图像(RGB) | 3 | 24 | 照片、视频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带透明(RGBA) | 4 | 32 | 网页设计、游戏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【4. 常用图像格式对比】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格式 | 压缩方式 | 特点 | 适用场景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**JPEG/JPG** | 有损压缩 | 文件小，质量可调，不支持透明 | 照片、网页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**PNG** | 无损压缩 | 支持透明，文件较大 | 图标、截图、Logo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**BMP** | 无压缩 | 文件极大，无质量损失 | 图像处理中间格式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**TIFF** | 可选 | 支持多页、高 bit depth | 印刷、医学影像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**GIF** | 无损压缩 | 支持动画，256色限制 | 简单动画、表情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**WebP** | 有损/无损 | 谷歌推出，压缩率高 | 现代网页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**RAW** | 无压缩 | 原始传感器数据，后期空间大 | 专业摄影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**格式选择建议**：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照片存储 → JPEG（质量85-95）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需要透明 → PNG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专业后期 → RAW或TIFF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网页优化 → WebP（兼容性允许）或JPEG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【罗素·基尔希（Russell Kirsch，1929-2020）：数字图像之父】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1957年，28岁的罗素·基尔希在美国国家标准局（NBS）工作时，开发了世界上第一台数字图像扫描仪。他将一张3个月大的儿子照片扫描进计算机，这张照片成为世界上第一张数字图像。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这张照片的分辨率仅为**176×176像素**，但它开启了数字图像时代的大门。基尔希后来回忆说："我当时只是想看看能否让计算机'看见'图像，没想到这会成为如此重要的技术。"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基尔希还发明了数字图像处理中的许多基础算法，包括边缘检测和图像增强技术。2003年，他入选《生活》杂志"改变世界的100位摄影师"。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*"那张婴儿照片是我这辈子最重要的作品，尽管我当时并不知道。"*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— 罗素·基尔希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【史蒂文·萨松（Steven Sasson）：数码相机发明者】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1975年，24岁的柯达工程师史蒂文·萨松在实验室里拼凑出了第一台数码相机。这台相机重约4公斤，使用卡式磁带存储图像，分辨率仅**0.01百万像素**（100×100），拍摄一张照片需要23秒，而且只能显示在电视机上。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萨松向柯达管理层展示这项发明时，得到的回应是："这很有趣，但不要告诉任何人。"柯达担心数码相机会冲击其胶片业务。历史证明，柯达的犹豫让其在数码时代失去了领先地位。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萨松的发明在2009年获得美国国家技术创新奖章，2012年入选国家发明家名人堂。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‍ 科学家故事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**Kirsch, R. A. (1971).** *Computer determination of the constituent structure of biological images*. Computers and Biomedical Research.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基尔希关于数字图像处理的经典论文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**Pratt, W. K. (1978).** *Digital Image Processing*. Wiley.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数字图像处理领域的奠基教材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**Gonzalez, R. C., &amp; Woods, R. E. (2002).** *Digital Image Processing* (3rd ed.). Prentice Hall.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最广泛使用的图像处理教材，被誉为"圣经"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**Wallace, G. K. (1992).** *The JPEG still picture compression standard*. IEEE Transactions on Consumer Electronics.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JPEG压缩标准的权威说明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5. **Boutell, T., et al. (1997).** *PNG (Portable Network Graphics) Specification Version 1.0*. RFC 2083.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PNG格式的技术规范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【JPEG压缩算法的诞生】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**背景**：1980年代，随着互联网和数字相机的发展，需要一种高效的图像压缩标准。1986年，ISO/CCITT成立了JPEG（Joint Photographic Experts Group）委员会。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**技术挑战**：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如何在保持视觉质量的同时大幅压缩文件大小？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如何平衡压缩率和计算复杂度？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**解决方案——JPEG压缩流程**：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**色彩空间转换**：RGB → YCbCr（分离亮度和色度）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**色度下采样**：人眼对色度不敏感，减少色度信息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**分块DCT**：8×8块进行离散余弦变换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**量化**：根据人眼敏感度表丢弃高频信息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5. **熵编码**：霍夫曼编码进一步压缩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**实验结果**：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质量因子90：几乎无损，压缩比约10:1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质量因子75：视觉质量良好，压缩比约20:1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质量因子50：可见损失，压缩比约50:1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JPEG成为有史以来最成功的图像压缩标准，至今仍在广泛使用。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经典实验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【第一张数字婴儿照片的故事】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1957年，罗素·基尔希想测试他新开发的扫描仪。他选择了3个月大的儿子瓦尔登（Walden）的照片作为测试对象。这张照片被扫描成176×176像素的数字图像，成为世界上第一张数字照片。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有趣的是，瓦尔登长大后也成为了一名科学家，从事信息技术研究。2003年，《生活》杂志评选"改变世界的100张照片"时，这张模糊的婴儿照片与登月照片、爱因斯坦吐舌头的照片并列入选。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瓦尔登后来开玩笑说："我可能是世界上被观看次数最多的婴儿，虽然那张照片看起来更像是一个模糊的土豆。"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经典实验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【柯达的数码悲剧】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1975年，柯达工程师史蒂文·萨松发明了数码相机，但柯达管理层担心这项发明会冲击其利润丰厚的胶片业务。柯达选择将这项技术束之高阁，继续专注于胶片。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1990年代，当其他公司纷纷推出数码相机时，柯达仍在推销胶片。2012年，这家拥有131年历史的影像巨头申请破产保护。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讽刺的是，柯达发明的数码相机最终摧毁了柯达自己。这个故事成为商业史上最著名的"创新者困境"案例之一。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小故事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**基础题**：为什么JPEG使用YCbCr色彩空间而不是RGB进行压缩？YCbCr的优势是什么？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**进阶题**：假设一张1920×1080的RGB图像，分别计算保存为BMP、PNG和JPEG（质量90）时的理论文件大小，并解释差异原因。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**思考题**：人眼对亮度和色度的敏感度不同，这一生物学特性如何被数字图像技术利用？请举例说明。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**开放题**：随着计算能力的提升，未来是否还需要图像压缩？无损压缩是否会取代有损压缩成为主流？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术语 | 英文 | 简要解释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像素 | Pixel | 数字图像的最小单位，图像矩阵的元素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分辨率 | Resolution | 图像的像素尺寸，如1920×1080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RGB | Red-Green-Blue | 红绿蓝三原色加色混合色彩空间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HSV | Hue-Saturation-Value | 色调-饱和度-明度色彩空间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灰度 | Grayscale | 单通道亮度图像，无色彩信息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位深 | Bit Depth | 每像素使用的比特数，如8位、24位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JPEG | Joint Photographic Experts Group | 有损压缩图像格式标准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PNG | Portable Network Graphics | 无损压缩、支持透明的图像格式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BMP | Bitmap | Windows位图格式，无压缩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TIFF | Tagged Image File Format | 标签图像文件格式，支持多页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DCT | Discrete Cosine Transform | 离散余弦变换，JPEG核心算法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量化 | Quantization | 将连续值离散化的过程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色度下采样 | Chroma Subsampling | 减少色度信息的压缩技术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有损压缩 | Lossy Compression | 丢弃部分信息的压缩方式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无损压缩 | Lossless Compression | 不丢失信息的压缩方式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**Day 3：图像处理基础操作**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明天我们将学习如何使用OpenCV和Python进行图像的基本操作，包括图像的读取、显示、保存，以及基本的几何变换（平移、旋转、缩放、翻转）。这些操作是后续所有图像处理算法的基石，也是实际项目中最常用的技能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 *理解图像的本质表示，是掌握图像处理的第一步。像素是数字图像的DNA。*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🤔 思考与讨论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**基础题**：为什么JPEG使用YCbCr色彩空间而不是RGB进行压缩？YCbCr的优势是什么？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**进阶题**：假设一张1920×1080的RGB图像，分别计算保存为BMP、PNG和JPEG（质量90）时的理论文件大小，并解释差异原因。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**思考题**：人眼对亮度和色度的敏感度不同，这一生物学特性如何被数字图像技术利用？请举例说明。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**开放题**：随着计算能力的提升，未来是否还需要图像压缩？无损压缩是否会取代有损压缩成为主流？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5F2D"/>
                </a:solidFill>
                <a:latin typeface="Microsoft YaHei"/>
              </a:defRPr>
            </a:pPr>
            <a:r>
              <a:t>📌 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术语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英文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简要解释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像素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Pixel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20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数字图像的最小单位，图像矩阵的元素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分辨率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图像的像素尺寸，如1920×1080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RGB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Red-Green-Blue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003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红绿蓝三原色加色混合色彩空间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HSV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Hue-Saturation-Value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色调-饱和度-明度色彩空间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灰度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Grayscale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单通道亮度图像，无色彩信息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位深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20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Bit 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1206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每像素使用的比特数，如8位、24位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2D"/>
                </a:solidFill>
                <a:latin typeface="Microsoft YaHei"/>
              </a:defRPr>
            </a:pPr>
            <a:r>
              <a:t>JPEG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7607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  <a:latin typeface="Microsoft YaHei"/>
              </a:defRPr>
            </a:pPr>
            <a:r>
              <a:t>Joint Photographic Experts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7607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有损压缩图像格式标准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感谢学习！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43"/>
                </a:solidFill>
                <a:latin typeface="Microsoft YaHei"/>
              </a:defRPr>
            </a:pPr>
            <a:r>
              <a:t>🔜 **Day 3：图像处理基础操作**</a:t>
            </a:r>
            <a:br/>
            <a:r>
              <a:t>明天我们将学习如何使用OpenCV和Python进行图像的基本操作，包括图像的读取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929E"/>
                </a:solidFill>
                <a:latin typeface="Microsoft YaHei"/>
              </a:defRPr>
            </a:pPr>
            <a:r>
              <a:t>计算机视觉100天学习计划 · Day 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