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D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D1F"/>
                </a:solidFill>
                <a:latin typeface="Arial"/>
              </a:rPr>
              <a:t>弱监督方法性能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性能指标(%)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CAM
定位Top5</c:v>
                  </c:pt>
                  <c:pt idx="1">
                    <c:v>WSDDN
mAP</c:v>
                  </c:pt>
                  <c:pt idx="2">
                    <c:v>OICR
mAP</c:v>
                  </c:pt>
                  <c:pt idx="3">
                    <c:v>Attention MIL
AUC×100</c:v>
                  </c:pt>
                  <c:pt idx="4">
                    <c:v>Cleanlab
准确率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45.2</c:v>
                </c:pt>
                <c:pt idx="1">
                  <c:v>39.8</c:v>
                </c:pt>
                <c:pt idx="2">
                  <c:v>52.5</c:v>
                </c:pt>
                <c:pt idx="3">
                  <c:v>91</c:v>
                </c:pt>
                <c:pt idx="4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4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user/work/bg_forest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2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1645920"/>
            <a:ext cx="13716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spc="250" kern="0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弱监督学习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Weakly Supervised Learning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3832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88 | 2026-08-21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今日议程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7764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984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弱监督学习概述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984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280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多实例学习(MIL)基础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07920"/>
            <a:ext cx="397764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5176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17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4993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标签噪声与置信学习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407920"/>
            <a:ext cx="397764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5176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17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4993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弱监督目标检测(WSOD)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27120"/>
            <a:ext cx="397764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7368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36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718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CAM与Grad-CAM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3627120"/>
            <a:ext cx="397764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7368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36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718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应用与展望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弱监督学习：三种类型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当标注数据昂贵且稀少时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21280" cy="27432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212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9240" y="16459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9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55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不完全监督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555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仅有少量样本有标签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半监督/主动学习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FixMatch, MixMatch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1360" y="1463040"/>
            <a:ext cx="2621280" cy="27432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1360" y="1463040"/>
            <a:ext cx="26212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64592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44240" y="2194560"/>
            <a:ext cx="2255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不确切监督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4240" y="2834640"/>
            <a:ext cx="22555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标签粒度粗于任务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图像标签做检测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CAM, MIL, WSDDN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65520" y="1463040"/>
            <a:ext cx="2621280" cy="27432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65520" y="1463040"/>
            <a:ext cx="26212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47560" y="1645920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75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48400" y="2194560"/>
            <a:ext cx="2255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不准确监督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8400" y="2834640"/>
            <a:ext cx="22555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标签可能存在错误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标签噪声学习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Cleanlab, 鲁棒训练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多实例学习 (MIL)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标签在包级别给出，实例级别标签未知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E8F5E0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正包 Y=1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874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(+)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874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D5E5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(-)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874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(+)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至少1个正实例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37160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5EDED"/>
          </a:solidFill>
          <a:ln w="25400">
            <a:solidFill>
              <a:srgbClr val="D4A84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负包 Y=0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1874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8D5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(-)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8D5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 (-)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874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8D5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 (-)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B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全部为负实例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标准假设: Y = max(y_ij)    聚合算子: max / mean / attention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注意力MIL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Ilse et al., ICML 2018 — 端到端可训练的MIL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实例特征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门控注意力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softmax(...)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加权聚合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Σα·x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分类器→Y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α_j = softmax(w^T · tanh(V·x_j + U·g))    z = Σ_j α_j · x_j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自动学习实例权重，全局可微，端到端训练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Camelyon16 病理分类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0.91 (接近病理专家0.93)，仅需WSI级诊断标签，无需像素级标注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标签噪声问题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真实世界中标签错误是常态而非例外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21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212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255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对称噪声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255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均匀随机翻转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中等难度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371600"/>
            <a:ext cx="2621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371600"/>
            <a:ext cx="26212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4240" y="1508760"/>
            <a:ext cx="2255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非对称噪声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4240" y="1828800"/>
            <a:ext cx="2255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偏向相似类别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65520" y="1371600"/>
            <a:ext cx="2621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5520" y="1371600"/>
            <a:ext cx="26212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8400" y="1508760"/>
            <a:ext cx="2255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实例相关噪声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8400" y="1828800"/>
            <a:ext cx="2255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与输入特征相关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最困难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243B26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60,000+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152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ImageNet训练集中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可能被错误标注的图片数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566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噪声标签会降低泛化性能、加剧过拟合、扭曲评估指标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置信学习 (Confident Learning)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Northcutt et al., 2021 — Cleanlab框架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估计噪声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联合分布Q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可疑样本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噪声标签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清洗数据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重新训练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(20%对称噪声) 实验结果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识别约85%的噪声标签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D4A843"/>
                </a:solidFill>
              </a:rPr>
              <a:t>清洗后准确率: 72% → 89% (接近无噪声的91%)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开源工具: github.com/cleanlab/cleanlab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WSDDN 弶监督检测架构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Bilen &amp; Vedaldi, CVPR 2016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图像+候选区域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173736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13716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CNN特征提取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73736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18872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FC分类+softmax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920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FC检测+softmax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1097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1828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155448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外积融合→预测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063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分类分支学习"什么类别存在"，检测分支学习"哪里有目标"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两分支外积融合 → 空间softmax聚合 → 图像级预测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D4A843"/>
                </a:solidFill>
              </a:rPr>
              <a:t>仅用图像级标签训练，无需任何边界框标注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 与 Grad-CAM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从分类网络提取空间定位能力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7764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(Zhou et al., 2016)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= Σ w_k · F_k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需要GAP层，修改网络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权重×特征图加权求和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VOC 2007定位: 45.2%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63040"/>
            <a:ext cx="39776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(Selvaraju et al., 2017)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GAP(∂y/∂F_k)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无需修改网络结构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梯度全局平均作为权重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适用任意CNN架构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OICR 迭代精炼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 et al., ICCV 2017 — WSOD基线标准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WSDDN预测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高置信区域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伪标签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实例分类器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更准确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伪标签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迭代精炼循环 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关键创新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063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在线精炼：训练过程中实时更新伪标签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多实例分类器：对每个区域独立分类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D4A843"/>
                </a:solidFill>
              </a:rPr>
              <a:t>VOC 2007: mAP 52.5% (提升12.7pp vs WSDDN)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37160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关键实验结果汇总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弱监督方法 vs 全监督方法性能对比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0" y="137160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对比基线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18745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全监督定位: 82.3%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病理专家AUC: 0.93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无噪声准确率: 91%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弱监督虽低于全监督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但大幅降低标注成本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</a:rPr>
              <a:t>且持续缩小差距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应用场景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弱监督学习的四大落地领域</a:t>
            </a:r>
            <a:endParaRPr lang="en-US" sz="1400" dirty="0"/>
          </a:p>
        </p:txBody>
      </p:sp>
      <p:pic>
        <p:nvPicPr>
          <p:cNvPr id="5" name="Image 0" descr="/workspace/cv_learning/cv_day088_applic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200400"/>
            <a:ext cx="195453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3291840"/>
            <a:ext cx="168021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611880"/>
            <a:ext cx="16802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MIL病理分类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48890" y="3200400"/>
            <a:ext cx="195453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86050" y="3291840"/>
            <a:ext cx="168021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自动驾驶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86050" y="3611880"/>
            <a:ext cx="16802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弱监督检测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40580" y="3200400"/>
            <a:ext cx="195453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77740" y="3291840"/>
            <a:ext cx="168021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工业检测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77740" y="3611880"/>
            <a:ext cx="16802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MIL缺陷检测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32270" y="3200400"/>
            <a:ext cx="195453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69430" y="3291840"/>
            <a:ext cx="168021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遥感图像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69430" y="3611880"/>
            <a:ext cx="16802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弱监督分割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关键要点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今日核心总结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005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005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弱监督三类型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347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不完全(少标签)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不确切(粗标签)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不准确(错标签)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6300" y="1463040"/>
            <a:ext cx="40005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9180" y="1600200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MIL是核心框架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69180" y="1920240"/>
            <a:ext cx="36347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包级标签→实例级预测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max/mean/attention聚合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注意力MIL效果最佳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40005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标签噪声是常态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36347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ImageNet约6万错误标签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置信学习可识别85%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Cleanlab开源工具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6300" y="2926080"/>
            <a:ext cx="40005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6300" y="2926080"/>
            <a:ext cx="40005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9180" y="3063240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WSOD持续进步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69180" y="3383280"/>
            <a:ext cx="36347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WSDDN→OICR→...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CAM/Grad-CAM定位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弱监督vs全监督差距缩小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参考资源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论文、代码与教程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21280" cy="27432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212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255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经典论文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5552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(arXiv:1512.04150)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WSDDN (arXiv:1511.02853)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Grad-CAM (arXiv:1610.02391)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OICR (arXiv:1704.00157)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Att. MIL (arXiv:1802.04712)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1360" y="1463040"/>
            <a:ext cx="2621280" cy="27432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463040"/>
            <a:ext cx="26212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4240" y="1600200"/>
            <a:ext cx="2255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开源代码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4240" y="1920240"/>
            <a:ext cx="225552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Cleanlab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github.com/cleanlab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Grad-CAM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github.com/jacobgil/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pytorch-grad-cam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65520" y="1463040"/>
            <a:ext cx="2621280" cy="27432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5520" y="1463040"/>
            <a:ext cx="26212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8400" y="1600200"/>
            <a:ext cx="2255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视频教程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48400" y="1920240"/>
            <a:ext cx="225552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B站: 弱监督学习综述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BV1xx411c7mD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B站: 标签噪声入门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BV1nK4y1s7gQ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YouTube: CS231n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89 — 持续学习 (Continual Learning)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243B26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89：持续学习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让AI像人类一样"终身学习"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灾难性遗忘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学新忘旧的根本原因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9260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经验回放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310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Replay旧数据缓解遗忘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知识巩固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正则化保护旧知识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9319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增量学习评估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如何衡量持续学习效果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user/work/bg_forest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2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弱监督不是权宜之计，而是理解智能本质的必经之路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89 预告：持续学习（Continual Learning）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88 弱监督学习 - 演讲版</dc:title>
  <dc:subject>PptxGenJS Presentation</dc:subject>
  <dc:creator>CV Learning 100 Days</dc:creator>
  <cp:lastModifiedBy>CV Learning 100 Days</cp:lastModifiedBy>
  <cp:revision>1</cp:revision>
  <dcterms:created xsi:type="dcterms:W3CDTF">2026-08-21T05:20:53Z</dcterms:created>
  <dcterms:modified xsi:type="dcterms:W3CDTF">2026-08-21T05:20:53Z</dcterms:modified>
</cp:coreProperties>
</file>