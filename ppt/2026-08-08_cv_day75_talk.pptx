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37160" cy="22860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spc="250" kern="0" dirty="0">
                <a:solidFill>
                  <a:srgbClr val="F7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3D目标检测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97280" y="31089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Object Detection | PointPillars · MV3D · 点云处理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931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计算机视觉100天 | 2026-08-08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目录 Contents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为什么需要3D检测？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0" y="10972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754880" y="10972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3D检测方法全景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0116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点云编码策略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0" y="20116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20116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PointPillars核心思想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9260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MV3D多模态融合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0" y="29260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29260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实验与应用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4048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未来趋势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为什么需要3D检测？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59080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自动驾驶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精确测距与避障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路径规划需要3D信息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安全性要求极高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66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76600" y="1005840"/>
            <a:ext cx="2590800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5052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052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环境理解与导航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物体抓取与操作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SLAM建图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96000" y="1005840"/>
            <a:ext cx="259080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63246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AR/VR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246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虚实融合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空间锚定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场景理解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3D检测方法全景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类型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缺点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点云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精度高，不受光照影响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传感器成本高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视觉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图像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成本低，纹理丰富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深度不确定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融合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点云+图像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精度最高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系统复杂度高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核心问题：如何在精度和效率之间取得平衡？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点云编码策略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传统方法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体素化：3D卷积计算量大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多视图投影：信息损失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手工特征：表达能力有限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149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PointPillars创新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149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柱化编码：转化为2D伪图像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使用标准2D CNN检测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速度提升10倍以上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PointPillars核心思想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1A2F1B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原始点云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25880" y="1965960"/>
            <a:ext cx="27432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0020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0020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Pillar编码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965960"/>
            <a:ext cx="27432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5468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伪图像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1965960"/>
            <a:ext cx="27432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CNN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0" y="1965960"/>
            <a:ext cx="27432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6364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D4A843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6364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SSD检测头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965960"/>
            <a:ext cx="274320" cy="0"/>
          </a:xfrm>
          <a:prstGeom prst="line">
            <a:avLst/>
          </a:prstGeom>
          <a:noFill/>
          <a:ln w="19050">
            <a:solidFill>
              <a:srgbClr val="99999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18120" y="1645920"/>
            <a:ext cx="1280160" cy="640080"/>
          </a:xfrm>
          <a:prstGeom prst="roundRect">
            <a:avLst>
              <a:gd name="adj" fmla="val 14286"/>
            </a:avLst>
          </a:prstGeom>
          <a:solidFill>
            <a:srgbClr val="1A2F1B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818120" y="1645920"/>
            <a:ext cx="1280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3D框输出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关键洞察：将3D问题转化为2D问题，复用成熟的2D检测框架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Pillar编码器 + 标准2D CNN = 62Hz实时检测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PointPillars网络架构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59080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Pillar特征编码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x-y平面网格划分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9维特征增强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简化PointNet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66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76600" y="1005840"/>
            <a:ext cx="2590800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5052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CNN主干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052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VGG/ResNet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FPN多尺度融合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伪图像处理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96000" y="1005840"/>
            <a:ext cx="259080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63246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SSD检测头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246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类别分类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7自由度回归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方向分类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MV3D多模态融合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多视图表示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BEV：生成3D候选框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FV：补充立面信息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RGB：高分辨率纹理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149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深度融合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149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多层级特征交互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早期/晚期/深度融合对比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精度最优但速度受限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3D框与评估指标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7自由度边界框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(x, y, z, w, l, h, θ)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中心坐标 (x, y, z)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尺寸 (w, l, h)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航向角 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143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KITTI评估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6002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Easy: &lt;40m, 无遮挡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Moderate: 部分遮挡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Hard: 严重遮挡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AP@0.7 (车辆)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KITTI实验对比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方法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7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VoxelNet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PointPillars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D4A843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PointPillars实现了速度与精度的最佳平衡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科学家故事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Charles R. Qi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PointNet第一作者。首次证明深度神经网络可直接处理原始点云数据，开创了3D深度学习新范式。引用量超过80,000次。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005840"/>
            <a:ext cx="400050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14900" y="1234440"/>
            <a:ext cx="35433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Beijbom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14900" y="1645920"/>
            <a:ext cx="354330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PointPillars第一作者。追求可在车上跑的算法，将3D检测转化为高效2D卷积运算，推动了3D检测的工业落地。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应用场景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885950" cy="34747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188595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142875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自动驾驶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142875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LiDAR感知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71750" y="1005840"/>
            <a:ext cx="1885950" cy="34747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71750" y="1005840"/>
            <a:ext cx="1885950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2800350" y="1325880"/>
            <a:ext cx="142875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仓储物流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00350" y="1737360"/>
            <a:ext cx="142875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机器人导航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86300" y="1005840"/>
            <a:ext cx="1885950" cy="34747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6300" y="1005840"/>
            <a:ext cx="188595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4914900" y="1325880"/>
            <a:ext cx="142875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无人机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14900" y="1737360"/>
            <a:ext cx="142875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3D测绘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00850" y="1005840"/>
            <a:ext cx="1885950" cy="34747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00850" y="1005840"/>
            <a:ext cx="1885950" cy="91440"/>
          </a:xfrm>
          <a:prstGeom prst="rect">
            <a:avLst/>
          </a:prstGeom>
          <a:solidFill>
            <a:srgbClr val="1A2F1B"/>
          </a:solidFill>
          <a:ln/>
        </p:spPr>
      </p:sp>
      <p:sp>
        <p:nvSpPr>
          <p:cNvPr id="17" name="Text 15"/>
          <p:cNvSpPr/>
          <p:nvPr/>
        </p:nvSpPr>
        <p:spPr>
          <a:xfrm>
            <a:off x="7029450" y="1325880"/>
            <a:ext cx="142875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AR/VR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29450" y="1737360"/>
            <a:ext cx="1428750" cy="2286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空间感知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技术挑战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590800" cy="914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远距离检测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点云随距离变稀疏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小目标特征丢失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需要高分辨率传感器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66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76600" y="1005840"/>
            <a:ext cx="2590800" cy="91440"/>
          </a:xfrm>
          <a:prstGeom prst="rect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5052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恶劣天气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052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雨雪影响LiDAR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雾天散射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多传感器冗余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1005840"/>
            <a:ext cx="259080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96000" y="1005840"/>
            <a:ext cx="2590800" cy="914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6324600" y="1325880"/>
            <a:ext cx="2133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24600" y="1737360"/>
            <a:ext cx="2133600" cy="2194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100ms内完成检测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嵌入式平台限制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模型压缩需求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未来趋势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端到端感知：BEVFormer、PETR等Transformer方法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纯视觉3D检测：Tesla FSD、DD3D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多模态大模型：GPT-4V、多模态融合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4D检测：时序融合、运动预测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神经渲染：NeRF、3D Gaussian Splatting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spc="150" kern="0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思考题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8016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为什么PointPillars将点云编码为2D伪图像后可用标准2D CNN？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MV3D的深度融合相比早期融合有什么优势？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在自动驾驶中，LiDAR方案和纯视觉方案各有什么优缺点？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800" b="1" spc="300" kern="0" dirty="0">
                <a:solidFill>
                  <a:srgbClr val="F7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谢谢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75: 3D目标检测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下节预告：Day 76 - 点云处理 (PointNet &amp; PointNet++)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75: 3D目标检测 - 演讲版</dc:title>
  <dc:subject>PptxGenJS Presentation</dc:subject>
  <dc:creator>CV Learning 100 Days</dc:creator>
  <cp:lastModifiedBy>CV Learning 100 Days</cp:lastModifiedBy>
  <cp:revision>1</cp:revision>
  <dcterms:created xsi:type="dcterms:W3CDTF">2026-08-08T05:12:15Z</dcterms:created>
  <dcterms:modified xsi:type="dcterms:W3CDTF">2026-08-08T05:12:15Z</dcterms:modified>
</cp:coreProperties>
</file>