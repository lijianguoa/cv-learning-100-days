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cv_learning/cv_day081_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5F2D">
              <a:alpha val="4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81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模型部署基础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模型优化 · 量化 · 剪枝 · 知识蒸馏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 | 2026-08-14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CONTENTS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历史背景与动机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120640" y="1188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模型优化概述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量化技术详解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剪枝技术详解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知识蒸馏原理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部署框架与工具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经典实验与案例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20640" y="3657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总结与展望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历史背景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深度学习的部署挑战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VGGNet参数量超过1.38亿，需要500MB+存储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单次前向传播需150亿次浮点运算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边缘设备资源受限：存储、算力、功耗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2015年SqueezeNet首次实现50倍压缩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2016年Deep Compression获ICLR最佳论文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2016年Hinton提出知识蒸馏框架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里程碑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5544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 SqueezeNet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50x压缩，精度仅降1%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 Deep Compression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35-49倍压缩，无损精度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 Knowledge Distillation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Hinton提出教师-学生框架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  ONNX/TensorRT</a:t>
            </a:r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打通研究到生产的部署链路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模型优化概述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AF8F0"/>
                </a:solidFill>
              </a:rPr>
              <a:t>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减少体积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降低存储与传输成本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2588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AF8F0"/>
                </a:solidFill>
              </a:rPr>
              <a:t>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加速推理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提升用户体验，满足实时性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AF8F0"/>
                </a:solidFill>
              </a:rPr>
              <a:t>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降低能耗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延长续航，减少数据中心成本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651760"/>
            <a:ext cx="3840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97180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AF8F0"/>
                </a:solidFill>
              </a:rPr>
              <a:t>🖥️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适配硬件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充分利用NPU/TPU/GPU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模型优化技术体系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011680" cy="914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量化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INT8/FP16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INT4/FP4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动态量化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权重量化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914400"/>
            <a:ext cx="20116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914400"/>
            <a:ext cx="2011680" cy="914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剪枝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748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非结构化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半结构化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结构化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通道剪枝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20116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914400"/>
            <a:ext cx="2011680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知识蒸馏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9204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软标签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特征蒸馏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注意力迁移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关系蒸馏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914400"/>
            <a:ext cx="201168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0" y="914400"/>
            <a:ext cx="2011680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1188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高效架构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8660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MobileNet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EfficientNet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323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ShuffleNet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GhostNet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量化技术详解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什么是量化？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将模型权重和激活值从高精度浮点数（FP32）转换为低精度表示（FP16/INT8/INT4），显著减少模型体积和内存带宽，利用整数运算单元加速推理。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822960"/>
          <a:ext cx="3931920" cy="164592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相对内存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加速比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FP16/BF16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1.5-2.0x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2.0-4.0x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INT4/FP4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4.0-8.0x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线性量化公式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743200"/>
            <a:ext cx="4114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880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x_quant = round((x - z) / s)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3566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缩放因子(scale)    z = 零点(zero-point)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训练后量化 vs 量化感知训练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PTQ 训练后量化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直接在预训练模型上进行量化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动态范围校准，统计最小/最大值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优点：简单快速，无需重新训练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缺点：精度损失可能较大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适用：对精度要求不极致的场景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3840480" cy="4572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QAT 量化感知训练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训练过程中模拟量化误差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使模型适应低精度表示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优点：精度通常优于PTQ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缺点：需要额外的训练成本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适用：对精度要求高的生产环境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 剪枝技术详解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剪枝通过移除神经网络中不重要的权重或结构单元，稀疏化模型以减少计算量。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非结构化剪枝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以单个权重为粒度裁剪，可达90%+稀疏度，但需专用硬件加速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280160"/>
            <a:ext cx="265176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结构化剪枝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以通道/滤波器/层为粒度裁剪，可直接获得推理加速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265176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508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N:M稀疏剪枝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21031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每M个权重保留N个，如2:4稀疏可被NVIDIA Tensor Core直接加速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剪枝三步骤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28016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417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重要性评估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基于权重幅值、梯度幅值、Hessian矩阵评估参数重要性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128016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417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裁剪决策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设定阈值或目标稀疏度，移除不重要的参数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280160"/>
            <a:ext cx="914400" cy="9144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417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636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微调恢复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对剪枝后的模型进行微调，恢复精度损失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 知识蒸馏原理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核心思想：让小型'学生网络'学习大型'教师网络'的输出分布，而不仅是训练数据的硬标签。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2743200" cy="2286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教师网络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 | 高精度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2103120"/>
            <a:ext cx="1097280" cy="457200"/>
          </a:xfrm>
          <a:prstGeom prst="rightArrow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645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软标签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&gt;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280160"/>
            <a:ext cx="2743200" cy="22860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学生网络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0116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小模型 | 轻量化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3749040"/>
            <a:ext cx="6400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3931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暗知识 Dark Knowledge：教师输出的概率分布蕴含类别间的相似性关系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蒸馏损失函数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L_KD = α · L_CE(y_student, y_true) + β · T² · L_KL(σ(z_student/T), σ(z_teacher/T))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 = 温度系数，控制软标签平滑程度（通常T=4-10）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σ = softmax函数，T越大概率分布越平滑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L_CE = 交叉熵损失（硬标签监督）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L_KL = KL散度（软标签监督）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α, β 为平衡系数，通常α=0.1, β=0.9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蒸馏方法演进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方法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年份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核心思想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标准蒸馏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学习教师软标签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学习中间层特征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Transfer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迁移注意力图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RKD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学习样本间关系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TinyBERT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Transformer逐层蒸馏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关键洞察：从仅学习输出概率，到学习中间特征、注意力模式和样本关系，蒸馏粒度不断细化。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 部署框架与工具链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1463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ONNX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开放模型交换格式，支持PyTorch/TF/MXNet导出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73152" cy="14630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TensorRT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NVIDIA高性能推理优化器，支持层融合与精度校准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51760"/>
            <a:ext cx="73152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OpenVINO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Intel深度学习部署工具包，针对CPU/GPU/VPU优化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51760"/>
            <a:ext cx="411480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651760"/>
            <a:ext cx="73152" cy="14630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TVM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2918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端到端深度学习编译器，支持多种硬件后端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更多部署工具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200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55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工具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出品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移动端部署框架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PyTorch移动端运行时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多级中间表示框架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TVM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端到端编译器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Apple生态部署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阿里移动端推理引擎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Alibaba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腾讯移动端推理框架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Tencent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 Lite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百度端侧部署框架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 经典实验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实验1：MNIST手写数字识别的模型量化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目标：将LeNet-5从FP32压缩至INT8，验证量化对精度的影响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训练标准LeNet-5模型（~60K参数）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使用PyTorch量化API进行PTQ静态量化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对比FP32和INT8的精度、大小和速度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预期结果：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模型大小：240KB → 60KB（减少75%）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推理速度：提升2-4倍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精度损失：通常&lt;0.5%</a:t>
            </a:r>
            <a:endParaRPr lang="en-US" sz="1200" dirty="0"/>
          </a:p>
        </p:txBody>
      </p:sp>
      <p:pic>
        <p:nvPicPr>
          <p:cNvPr id="6" name="Image 0" descr="/workspace/cv_learning/cv_day081_applicati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280160"/>
            <a:ext cx="338328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参考：PyTorch Quantization Tutorial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实验2：ResNet-18结构化通道剪枝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1828800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剪枝比例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Top-1精度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0%（基线）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步骤：训练基线 → L1范数评估通道重要性 → 裁剪30%/50%/70%通道 → 微调恢复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436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参考：Torch-Pruning Library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实验3：知识蒸馏——传递暗知识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CIFAR-100上ResNet-34教师蒸馏ResNet-18学生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0" y="1645920"/>
          <a:ext cx="54864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训练方式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Top-1精度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教师网络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学生直接训练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学生+知识蒸馏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~73% ↑3%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C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关键发现：软标签(T=4)使学生网络获得约3个百分点的精度提升，接近教师网络水平。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科学家故事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Geoffrey Hinton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'深度学习教父'，2012年AlexNet核心设计者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2015年提出知识蒸馏框架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'暗知识'直觉源于对教学的观察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2024年获诺贝尔物理学奖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Song Han (韩松)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MIT助理教授，模型压缩领域先驱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Compression获ICLR 2016最佳论文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三阶段压缩：剪枝+量化+哈夫曼编码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创立DeepWit并入NVIDIA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小故事：彩票假说的意外发现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2018年，MIT博士生Jonathan Frankle在复现剪枝实验时，发现一个奇怪现象：</a:t>
            </a:r>
            <a:pPr indent="0" marL="0">
              <a:lnSpc>
                <a:spcPts val="2000"/>
              </a:lnSpc>
              <a:buNone/>
            </a:pP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对随机初始化网络剪枝后，用原始随机权重重新训练稀疏网络，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精度竟然与训练后剪枝相当甚至更好！</a:t>
            </a:r>
            <a:pPr indent="0" marL="0">
              <a:lnSpc>
                <a:spcPts val="2000"/>
              </a:lnSpc>
              <a:buNone/>
            </a:pP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'彩票假说'：随机初始化密集网络中存在可独立训练的高精度子网络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这些子网络就是'中奖彩票'——初始化时就具备优秀潜力</a:t>
            </a:r>
            <a:pPr indent="0" marL="0">
              <a:lnSpc>
                <a:spcPts val="2000"/>
              </a:lnSpc>
              <a:buNone/>
            </a:pPr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这一发现深刻改变了我们对神经网络训练动态的理解。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 总结与展望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今日核心要点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量化：降低数值精度，减少存储与计算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剪枝：移除冗余连接，稀疏化模型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知识蒸馏：教师-学生框架传递暗知识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三种技术常组合使用，配合部署框架落地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8288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1554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82: ONNX与TensorRT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模型部署框架实战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ONNX导出 → TensorRT优化 → GPU推理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 | 2026-08-14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81: 模型部署基础 — 笔记版</dc:title>
  <dc:subject>PptxGenJS Presentation</dc:subject>
  <dc:creator>CV Learning 100 Days</dc:creator>
  <cp:lastModifiedBy>CV Learning 100 Days</cp:lastModifiedBy>
  <cp:revision>1</cp:revision>
  <dcterms:created xsi:type="dcterms:W3CDTF">2026-08-14T05:20:27Z</dcterms:created>
  <dcterms:modified xsi:type="dcterms:W3CDTF">2026-08-14T05:20:27Z</dcterms:modified>
</cp:coreProperties>
</file>