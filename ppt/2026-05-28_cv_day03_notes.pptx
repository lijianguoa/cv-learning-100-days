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77440"/>
            <a:ext cx="1828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188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Drawing &amp; Geometric Transformations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图像绘制与几何变换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65562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100 Days Learning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45752" y="6556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sections overview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150876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527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17465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roots &amp; computer era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50876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1527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Drawing Basics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7465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rectangle, circle, ellipse, text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05740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205740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075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22951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interpolation methods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205740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205740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2075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Rotation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2951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matrix &amp; warpAffine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260604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6060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2624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Translation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28437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matrix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0" y="260604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26060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2624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Transformation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8437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geometric transform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315468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31546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3172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Transformation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0160" y="33924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8-DOF homography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35040" y="315468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72200" y="31546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5120" y="3172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vs Perspective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3924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use cases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70332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37033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80160" y="3721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Cropping &amp; Border Padding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80160" y="39410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extraction &amp; border modes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35040" y="370332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172200" y="37033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75120" y="3721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&amp; Literature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75120" y="39410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Dürer, Bradski &amp; key papers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" y="4251960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7BC62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77240" y="425196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80160" y="4270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Exercises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80160" y="4489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scanner &amp; thinking questions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Background (1)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roots of geometric transformations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554480"/>
            <a:ext cx="73152" cy="1325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~300 BC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Euclidean Geometry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 laid the foundation of planar geometry. Translation, rotation, and reflection concepts were born.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08960"/>
            <a:ext cx="73152" cy="13258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17th Century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Cartesian Coordinates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Descartes invented coordinate systems, converting geometric problems into algebraic ones, enabling matrix representation of transforms.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663440"/>
            <a:ext cx="73152" cy="1325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18-19th Century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Projective Geometry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5394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projective geometry provided the theoretical framework for perspective transformations.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Background (2)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transformations in the computer 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6916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581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Apollo Program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19202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used affine transforms to correct satellite and spacecraft imagery - one of the earliest large-scale applications.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28803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1970s-80s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37360" y="2770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Imaging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31089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transforms became essential for image registration, aligning medical images from different modalities.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0690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37360" y="3959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Stitching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42976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digital cameras, panorama stitching emerged. Geometric transforms became the core technology.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52578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257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2000s+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37360" y="5148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 Era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548640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provided comprehensive geometric transform APIs. Autonomous driving, AR, and drone mapping rely heavily on these techniques.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(1)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drawing basics: line, rectangle, circle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Lines &amp; Rectangles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1488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cv2, numpy as np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= np.zeros((500,500,3), np.uint8)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Line: cv2.line(img, pt1, pt2, color, thickness)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cv2.line(canvas, (50,50), (450,50), (0,255,0), 3)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Rectangle: cv2.rectangle(img, pt1, pt2, color, thickness)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cv2.rectangle(canvas, (100,100), (300,300), (0,255,0), 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cv2.rectangle(canvas, (150,150), (350,350), (0,0,255), -1)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thickness=-1 means filled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OpenCV uses BGR color format (Blue, Green, Red)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Red=(0,0,255)  Green=(0,255,0)  Blue=(255,0,0)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thickness = -1 fills the shape with solid color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Circles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0574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21488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Circle: cv2.circle(img, center, radius, color, thickness)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cv2.circle(canvas, (250,250), 80, (255,0,0), 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cv2.circle(canvas, (250,250), 40, (0,255,255), -1)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Parameters: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center  - (x, y) tuple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radius  - integer in pixels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color   - (B, G, R) tuple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thickness - line width (-1 = fill)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0" y="40690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Center is specified as (x, y) coordinates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Negative thickness fills the circle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Anti-aliasing: use cv2.LINE_AA for smoother edges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Combine shapes to create complex annotations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(2)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ellipses and text annotations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Ellipses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1488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cv2.ellipse(img, center, axes, angle,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startAngle, endAngle, color, thickness)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cv2.ellipse(canvas, (250,250), (150,80),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30, 0, 360, (255,0,255), 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Parameters: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center  - (x, y) center point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axes    - (major_axis, minor_axis)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angle   - rotation in degrees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startAngle / endAngle - arc range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Axes define the semi-major and semi-minor lengths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Angle rotates the ellipse orientation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partial arcs by setting start/end angles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Text (putText)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0574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21488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= cv2.FONT_HERSHEY_SIMPLEX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cv2.putText(canvas, "OpenCV", (80,480),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font, 1.2, (255,255,255), 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Common Fonts: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FONT_HERSHEY_SIMPLEX    - Normal sans-serif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FONT_HERSHEY_PLAIN      - Small sans-serif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FONT_HERSHEY_COMPLEX    - Normal serif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FONT_HERSHEY_TRIPLEX    - Complex serif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FONT_HERSHEY_SCRIPT_SIMPLEX - Handwriting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OpenCV does not support CJK characters natively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PIL/Pillow for Chinese text rendering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fontScale controls text size (not pixel size)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(3)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scaling and interpolation methods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Resize Methods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57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Specify target size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resized = cv2.resize(img, (800, 600))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Scale by factor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resized = cv2.resize(img, None, fx=0.5, fy=0.5,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interpolation=cv2.INTER_AREA)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 Methods Comparison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INTER_NEAREST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priority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INTER_LINEAR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use (default)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INTER_CUBIC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Enlarging images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Lanczos4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INTER_LANCZOS4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quality enlarge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Area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INTER_AREA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Shrinking images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40690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4133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" y="45262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INTER_NEAREST: Fastest but lowest quality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INTER_LINEAR: Best balance of speed and quality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INTER_AREA: Best anti-aliasing when shrinking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INTER_CUBIC/LANCZOS4: Best quality when enlarging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 interpolation is INTER_LINEAR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(4)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rotation with rotation matrix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 with warpAffine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574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cv2, numpy as np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cv2.imread('image.jpg')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h, w = img.shape[:2]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 = (w // 2, h // 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2D rotation matrix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angle = 45  # degrees (positive = CCW)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= 1.0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cv2.getRotationMatrix2D(center, angle, scale)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rotation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rotated = cv2.warpAffine(img, M, (w, h))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Rotation matrix formula: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| cos(theta)  sin(theta) | | tx |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|-sin(theta)  cos(theta) | | ty |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Positive angle = counter-clockwise rotation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 Concepts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01168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Rotation Center: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Default is image center (w/2, h/2)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Scale Factor: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Can combine rotation with scaling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Content Clipping: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Default warpAffine may clip corners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Rotation: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Calculate new canvas size to avoid clipping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Mathematical Basis: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2D rotation matrix (orthogonal transform)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Preserves distances and angles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OpenCV Functions: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getRotationMatrix2D() -&gt; 2x3 matrix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warpAffine() applies the transform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(5)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translation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57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cv2, numpy as np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cv2.imread('image.jpg')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h, w = img.shape[:2]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Translation: shift right 100px, down 50px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tx, ty = 100, 50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np.float32([[1, 0, tx],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[0, 1, ty]])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translated = cv2.warpAffine(img, M, (w, h))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Matrix form: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= | 1  0  tx |   (2x3 affine matrix)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| 0  1  ty |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Translation moves every pixel by (tx, ty)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tx &gt; 0: shift right; tx &lt; 0: shift left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 &gt; 0: shift down; ty &lt; 0: shift up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Pixels moved outside the frame are lost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Empty areas are filled with black (default)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borderMode to control fill behavior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956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Matrix Visualization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[x']     [1  0  tx] [x]       x' = x + tx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[y']  =  [0  1  ty] [y]  =&gt;  y' = y + 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[1 ]     [0  0  1 ] [1]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(6)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transformation (6 degrees of freedom)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Affine Transform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5740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cv2, numpy as np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cv2.imread('image.jpg')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h, w = img.shape[:2]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point pairs define the transform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pts1 = np.float32([[50,50],[200,50],[50,200]])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pts2 = np.float32([[10,100],[200,50],[100,250]])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affine matrix (2x3)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cv2.getAffineTransform(pts1, pts2)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affine transform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cv2.warpAffine(img, M, (w, h))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 of Affine Transform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Preserves: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Collinearity (lines stay lines)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Parallelism (parallel lines stay parallel)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Includes: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Translation, rotation, scaling, shearing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3 pairs of corresponding points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Matrix: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2x3 matrix (6 DOF)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681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Affine Transformation Matrix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[x']   [a  b  tx] [x]       Combines: rotation (a,b),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[y'] = [c  d  ty] [y]       scaling (a,d), shearing (b,c),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[1 ]   [0  0  1 ] [1]       translation (tx,ty)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(7)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transformation (homography, 8 DOF)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 Transform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57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cv2, numpy as np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cv2.imread('image.jpg')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point pairs define perspective transform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pts1 = np.float32([[56,65],[368,52],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[28,387],[389,390]])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pts2 = np.float32([[0,0],[300,0],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[0,300],[300,300]])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perspective matrix (3x3)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cv2.getPerspectiveTransform(pts1, pts2)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perspective transform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cv2.warpPerspective(img, M, (300, 300))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Preserves: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Collinearity (straight lines stay straight)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Does NOT preserve: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Parallelism (parallel lines may converge)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4 pairs of corresponding points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Matrix: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3x3 homography matrix (8 DOF)</a:t>
            </a:r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Also called: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Homography, projective transform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956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Homography Matrix (3x3)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303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| h11  h12  h13 |    [x'] ~ H * [x]    Uses homogeneous coordinates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h21  h22  h23 |    [y']       [y]    8 independent parameters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h31  h32  h33 |    [w ]       [1]    (h33 typically normalized to 1)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(8)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vs Perspective: a detailed comparison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1064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Comparison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023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 Transform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 Transform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Corresponding Points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pairs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pairs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Dimension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Degrees of Freedom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change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Collinearity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Applications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Rotation, scaling, shearing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 correction, doc scan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Function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warpAffine()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warpPerspective()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Function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getAffineTransform()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getPerspectiveTransform()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5413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 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77440" y="5413248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is a special case of perspective. When h31=h32=0, the homography degenerates into an affine transform. Use affine when parallelism must be preserved; use perspective when you need to correct viewing angle distortion.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 (9)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cropping and border padding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Cropping (NumPy Slicing)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57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cv2.imread('image.jpg')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Crop ROI: [y1:y2, x1:x2]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cropped = img[100:400, 200:500]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Simple, fast, no interpolation needed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Border Padding (copyMakeBorder)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057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cv2.copyMakeBorder(img, top, bottom,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   left, right, borderType)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BORDER_CONSTANT = cv2.copyMakeBorder(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img, 50, 50, 50, 50,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cv2.BORDER_CONSTANT, value=(0,0,255))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133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Border Types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526280"/>
          <a:ext cx="10607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4846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BORDER_CONSTANT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with specified color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aaaa|abcdefgh|aaaa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BORDER_REPLICATE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 edge pixel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aaaa|abcdefgh|hhhh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BORDER_REFLECT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 reflection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dcba|abcdefgh|gfed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BORDER_REFLECT_101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 without edge dup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dcba|abcdefgh|gfed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BORDER_WRAP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tiling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cdef|abcdefgh|abcde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Scientists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Albrecht Durer &amp; Gary Bradski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508760"/>
            <a:ext cx="5394960" cy="502920"/>
          </a:xfrm>
          <a:prstGeom prst="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5361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Albrecht Durer (1471-1528)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German Renaissance master artist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Published 'Underweysung der Messung' (1525)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Systematically described perspective projection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Designed mechanical devices for perspective drawing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Essentially solved what we do with getPerspectiveTransform()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Laid intuitive geometric understanding for projective geometry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"Geometry is the foundation of all painting."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08760"/>
            <a:ext cx="5394960" cy="502920"/>
          </a:xfrm>
          <a:prstGeom prst="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361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Gary Bradski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Founded OpenCV at Intel in 1999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Vision: create standardized CV tools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warpAffine &amp; warpPerspective designed by his team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Made complex geometric transforms accessible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Author of 'Learning OpenCV' (O'Reilly)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Lowered the barrier to CV technology worldwide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"OpenCV makes computer vision accessible to everyone."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Literature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essential references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15087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View Geometry in Computer Vision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18470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Hartley &amp; Zisserman, 2003  |  Classic CV geometry textbook. Covers projective geometry, homography matrices, and multi-view relationships in depth.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468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Vision: Algorithms and Applications (2nd Ed.)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2807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Szeliski, 2022  |  Authoritative CV textbook covering geometric transforms, image stitching, and more. Free online edition available.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429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OpenCV 3 Computer Vision with Python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3767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Kaehler &amp; Bradski, 2017  |  Practical OpenCV guide with rich drawing and transformation examples for hands-on learning.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3891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Image Processing (4th Ed.)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17320" y="4727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Gonzalez &amp; Woods, 2018  |  Classic image processing textbook. Theoretical foundation for geometric transformations.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54406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17320" y="53492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 Documentation: Geometric Transforms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17320" y="5687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OpenCV.org  |  Official reference for all geometric transformation functions including warpAffine and warpPerspective.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Experiment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document scanner using perspective correction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0" y="19659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1460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69080" y="19659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2160" y="19659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35240" y="19659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6384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418320" y="19659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4692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063240"/>
            <a:ext cx="68580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Implementation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520440"/>
            <a:ext cx="6492240" cy="2743200"/>
          </a:xfrm>
          <a:prstGeom prst="roundRect">
            <a:avLst>
              <a:gd name="adj" fmla="val 3333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361188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four_point_transform(image, pts):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rect = order_points(pts)  # TL, TR, BR, BL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(tl, tr, br, bl) = rect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Compute new image dimensions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widthA = np.sqrt((br[0]-bl[0])**2 + (br[1]-bl[1])**2)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widthB = np.sqrt((tr[0]-tl[0])**2 + (tr[1]-tl[1])**2)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maxWidth = max(int(widthA), int(widthB))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heightA = np.sqrt((tr[0]-br[0])**2 + (tr[1]-br[1])**2)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heightB = np.sqrt((tl[0]-bl[0])**2 + (tl[1]-bl[1])**2)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maxHeight = max(int(heightA), int(heightB))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dst = np.array([[0,0],[maxWidth-1,0],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[maxWidth-1,maxHeight-1],[0,maxHeight-1]],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dtype=np.float32)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cv2.getPerspectiveTransform(rect, dst)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cv2.warpPerspective(image, M, (maxWidth, maxHeight))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589520" y="30632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35204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Canny edge detection finds document boundaries</a:t>
            </a:r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findContours locates the page outline</a:t>
            </a:r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approxPolyDP approximates to 4 corners</a:t>
            </a:r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Corner ordering ensures correct mapping</a:t>
            </a:r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Perspective transform flattens the document</a:t>
            </a:r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Real-world application in mobile scanning apps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the Scenes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perspective transform behind QR code scanning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5727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QR Code Scanning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scan a QR code with your phone, even if photographed from an angle, the QR code appears as a trapezoid in the image. The phone system detects three position detection patterns (the large squares in three corners), computes the perspective transformation matrix, and "flattens" the deformed QR code into a standard square for decoding.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happens billions of times per second worldwide - couriers scanning packages, cashiers processing payments, visitors scanning museum tickets... Perspective transform technology makes all of this possible.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50876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572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Durer to OpenCV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0116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1525, Albrecht Durer built the world's first "perspective drawing machine" using strings and wooden frames. 500 years later, we achieve the same transformation in one line of code.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388620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 of 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42976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9525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09560" y="43891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cv2.getPerspectiveTransform(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src_pts, dst_pts)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cv2.warpPerspective(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img, M, (w, h))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Questions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exercises to test your understanding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463040"/>
            <a:ext cx="73152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warpAffine vs warpPerspective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8288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cv2.warpAffine and cv2.warpPerspective? When should you use affine vs perspective transformation?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241280" y="16002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51760"/>
            <a:ext cx="73152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Interpolation Methods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0175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principles of bilinear and bicubic interpolation. Why is INTER_AREA recommended for shrinking images?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241280" y="27889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40480"/>
            <a:ext cx="73152" cy="1051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Matrix Dimensions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affine matrix 2x3 while the perspective matrix is 3x3? Explain the essential mathematical difference between affine and perspective transforms.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41280" y="397764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029200"/>
            <a:ext cx="73152" cy="1051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Q4: Design Challenge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394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automatic document scanner program. What steps are needed? Consider challenges like uneven lighting, blurry edges, and complex backgrounds.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241280" y="5166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0" y="5166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56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556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54864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Glossary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terminology reference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5852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Transform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Transformation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 transformation of pixel positions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 / Scaling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image pixel dimensions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Rotating image around a center 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image along x/y axes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 Transform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 Transformation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parallelism (6 DOF)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 Transform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 Transform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alter parallel lines (8 DOF)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Homography Matrix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Homography Matrix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3x3 matrix for perspective transform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for computing new pixel values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Bilinear Interp.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Bilinear Interpolation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 of 4 neighbors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 Interp.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 Interpolation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Higher-order using 16 neighbors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rectangular ROI from image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 Padding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 Padding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pixel fill around image edges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Projective Geometry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Projective Geometry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of perspective and projection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Registration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Registration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Aligning images to same coordinate system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94183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4A843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2801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783080"/>
            <a:ext cx="21031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01168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645920" y="28346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Filtering &amp; Enhancement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3474720"/>
            <a:ext cx="7589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to cover: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Convolution operation principles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Mean filter, Gaussian filter, Median filter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Bilateral filter for edge-preserving smoothing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Image sharpening and edge enhancement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Spatial domain filtering mechanisms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65562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transforms let us manipulate image shape; filtering lets us manipulate image content.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88552" y="6556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| Computer Vision 100 Days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3: Image Drawing &amp; Geometric Transformations</dc:title>
  <dc:subject>PptxGenJS Presentation</dc:subject>
  <dc:creator>CV 100 Days</dc:creator>
  <cp:lastModifiedBy>CV 100 Days</cp:lastModifiedBy>
  <cp:revision>1</cp:revision>
  <dcterms:created xsi:type="dcterms:W3CDTF">2026-05-28T02:49:36Z</dcterms:created>
  <dcterms:modified xsi:type="dcterms:W3CDTF">2026-05-28T02:49:36Z</dcterms:modified>
</cp:coreProperties>
</file>