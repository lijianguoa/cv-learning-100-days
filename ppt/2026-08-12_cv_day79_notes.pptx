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79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Sensing Image Processing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遥感图像处理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100-Day Computer Vision Course  |  2026-08-12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 学习目标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理解遥感图像与普通数码照片的本质区别，掌握多光谱、空间/时间/辐射分辨率等核心概念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掌握变化检测（Change Detection）的基本原理与主流方法演进：从传统图像差分到Siamese网络与Transformer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063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掌握地物分类（Land Cover Classification）的传统机器学习与深度学习方法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0233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能够完成建筑变化检测实战：数据准备、模型构建、训练推理与精度评估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 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of Remote Sensing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遥感发展历史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变化检测技术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Cover Classification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地物分类方法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3756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429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Change Detection Pipeline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429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建筑变化检测实战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06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Scientists, Papers &amp; Glossary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科学家、文献与术语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 of Remote Sensing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遥感发展历史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Remote Sensing? 什么是遥感？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50208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 定义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遥感（Remote Sensing）是指不直接接触目标物体，通过传感器从远处获取地物信息的技术。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Characteristics 关键特征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Non-contact 非接触式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coverage 大范围覆盖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Multi-temporal 多时相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Multi-spectral 多光谱</a:t>
            </a:r>
            <a:endParaRPr lang="en-US" sz="1300" dirty="0"/>
          </a:p>
        </p:txBody>
      </p:sp>
      <p:pic>
        <p:nvPicPr>
          <p:cNvPr id="9" name="Image 0" descr="/workspace/cv_learning/ppt/images/bg-sensing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36592" y="1005840"/>
            <a:ext cx="3950208" cy="2011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736592" y="3108960"/>
            <a:ext cx="3950208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65192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应用领域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65192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monitoring 农业监测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planning 城市规划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assessment 灾害评估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protection 环境保护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Sensing Image Characteristics 遥感图像特征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651760"/>
              </a:tblGrid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 特征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影响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Multi-spectral / Hyper-spectral 多光谱/高光谱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包含可见光外的波段（红外、近红外、微波等）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可探测人眼不可见的地物信息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Resolution 空间分辨率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像素对应的地面实际距离（如10m、30m）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决定可识别的最小地物尺寸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Resolution 时间分辨率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重访周期（如Sentinel-2为5天）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影响动态监测能力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Radiometric Resolution 辐射分辨率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量化等级（如12bit vs 8bit）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决定可区分的灰度级数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Swath 大幅宽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单景覆盖范围可达数百公里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适合大区域监测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Distortion 几何畸变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受地球曲率、地形起伏影响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需要正射校正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Detection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变化检测技术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Detection Methods Evolution 方法演进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286000"/>
                <a:gridCol w="219456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 阶段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时间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代表方法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 特点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传统方法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1980s-2010s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differencing, CVA, PCA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基于像素统计，准确率&lt;70%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Deep Learning 深度学习初期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2015-2018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FC-EF, FC-Siam-conc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双分支Siamese网络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Spatiotemporal Fusion 时空融合时代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2018-Present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STANet, BIT, ChangeFormer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注意力机制 + Transformer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 核心洞察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4023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传统方法依赖像素级统计特征，难以捕捉语义信息；深度学习方法（尤其是Siamese网络与Transformer）通过特征级比较，显著提升了变化检测的精度与鲁棒性。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Siamese Network Architecture 孪生网络架构</a:t>
            </a:r>
            <a:endParaRPr lang="en-US" sz="2800" dirty="0"/>
          </a:p>
        </p:txBody>
      </p:sp>
      <p:pic>
        <p:nvPicPr>
          <p:cNvPr id="4" name="Image 0" descr="/workspace/cv_learning/ppt/images/bg-siamese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82296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68880" y="23774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27000" dist="38100" dir="162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468880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T1 (时相1)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23774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97BC62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663440" y="2377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T2 (时相2)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788920"/>
            <a:ext cx="0" cy="2286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669280" y="2788920"/>
            <a:ext cx="0" cy="2286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468880" y="3017520"/>
            <a:ext cx="4206240" cy="411480"/>
          </a:xfrm>
          <a:prstGeom prst="roundRect">
            <a:avLst>
              <a:gd name="adj" fmla="val 2222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68880" y="30175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Shared Encoder (共享编码器)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3429000"/>
            <a:ext cx="0" cy="2286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566160" y="36576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D4A843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56616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Diff Feature (差异特征)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4069080"/>
            <a:ext cx="0" cy="2286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566160" y="429768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1A3A1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566160" y="4297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Decoder -&gt; Change Mask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Cover Classification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地物分类方法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Methods 分类方法对比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005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005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Machine Learning 传统机器学习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5433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 支持向量机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随机森林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Classification 最大似然分类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hand-crafted features 需要人工特征工程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86300" y="1097280"/>
            <a:ext cx="40005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6300" y="1097280"/>
            <a:ext cx="40005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914900" y="1280160"/>
            <a:ext cx="35433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深度学习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4900" y="1737360"/>
            <a:ext cx="354330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Scene-level classification 场景级分类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/ U-Net++: Pixel-level semantic segmentation 像素级语义分割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v3+: ASPP for multi-scale 多尺度信息捕获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/ ConvNeXt: Transformer in remote sensing Transformer遥感应用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Datasets 常用数据集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371600"/>
                <a:gridCol w="1645920"/>
                <a:gridCol w="210312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数据集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类别数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分辨率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来源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备注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 Merced Land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foot (~0.3m)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USGS National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100x100像素场景分类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基于Sentinel-2的卫星影像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RESISC45 (NWPU)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0.2-30m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Earth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45类场景分类数据集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LEVIR-CD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(Change)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Earth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建筑变化检测专用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WHU Building 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(Change)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Aerial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高分辨率建筑变化检测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Change Detection Pipeline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建筑变化检测实战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NDVI Calculation NDVI计算示例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rasterio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bi-temporal images 读取两期影像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rasterio.open('2024.tif') as src1, rasterio.open('2025.tif') as src2: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red1, nir1 = src1.read(4), src1.read(8)  # B4 Red, B8 NIR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red2, nir2 = src2.read(4), src2.read(8)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NDVI for both periods 计算两期NDVI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ndvi1 = (nir1 - red1) / (nir1 + red1 + 1e-8)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ndvi2 = (nir2 - red2) / (nir2 + red2 + 1e-8)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= ndvi2 - ndvi1  # NDVI difference NDVI差值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Vegetation degradation mask 植被退化掩膜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degradation = diff &lt; -0.2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Siamese U-Net Structure 孪生U-Net结构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1E1E1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SiameseUNet(nn.Module):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self.encoder = ResNetEncoder()  # Shared encoder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self.decoder = UNetDecoder()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x1, x2):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feat1 = self.encoder(x1)  # T1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feat2 = self.encoder(x2)  # T2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diff = torch.abs(feat1 - feat2)  # Feature difference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self.decoder(diff)  # Change mask output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Pipeline: Data -&gt; Model -&gt; Train -&gt; Post-process -&gt; Evaluate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 评估指标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00500" cy="180594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精确率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 + FP)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预测为变化的像素中，真正变化的比例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6300" y="1097280"/>
            <a:ext cx="4000500" cy="180594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6300" y="109728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4914900" y="123444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召回率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4900" y="160020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TP / (TP + FN)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4900" y="196596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实际变化的像素中，被正确检测的比例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31820"/>
            <a:ext cx="4000500" cy="180594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3182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6898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63474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 x P x R / (P + 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00050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精确率与召回率的调和平均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3131820"/>
            <a:ext cx="4000500" cy="180594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6300" y="3131820"/>
            <a:ext cx="40005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4914900" y="326898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 (Intersection over Union)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14900" y="3634740"/>
            <a:ext cx="35433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 = TP / (TP + FP + FN)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4900" y="4000500"/>
            <a:ext cx="35433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预测掩膜与真实掩膜的重叠度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Scientists &amp; Stories 科学家故事</a:t>
            </a:r>
            <a:endParaRPr lang="en-US" sz="2800" dirty="0"/>
          </a:p>
        </p:txBody>
      </p:sp>
      <p:pic>
        <p:nvPicPr>
          <p:cNvPr id="4" name="Image 0" descr="/workspace/cv_learning/ppt/images/bg-scientists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05840"/>
            <a:ext cx="28803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84448" y="1005840"/>
            <a:ext cx="5102352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813048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Roger Tomlinson (1933-2014)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813048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"GIS之父" Father of GIS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13048" y="20116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1960年代，加拿大地理学家Roger Tomlinson在为加拿大土地清查项目工作时，首次提出了地理信息系统（GIS）的概念。他开发了世界上第一个GIS系统——CGIS（Canada Geographic Information System）。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13048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"地图是一种沟通工具，而GIS让这种沟通变得动态和智能。"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13048" y="4023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Garvin - NASA科学家，主导火星轨道器激光高度计（MOLA）项目，通过遥感技术精确绘制火星三维地形，证明了遥感技术是人类探索整个太阳系的眼睛。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Papers &amp; References 重要文献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3200400"/>
                <a:gridCol w="2468880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年份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作者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论文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贡献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Jensen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Sensing of the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遥感圣经级教材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FCN for Semantic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将FCN引入语义分割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Ronneberger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U-Net架构，广泛用于遥感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Daudt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Siamese Networks for Change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首次系统应用Siamese网络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Change Detection with Transformers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Transformer引入遥感变化检测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Bandara et 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SOTA方法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Terminology Glossary 术语表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4663440"/>
              </a:tblGrid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中文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英文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解释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遥感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Sensing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不直接接触目标，通过传感器从远处获取信息的技术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空间分辨率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Resolution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影像中像素对应的地面实际尺寸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NDVI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Difference Vegetation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归一化植被指数，(NIR-Red)/(NIR+Red)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Aperture Radar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合成孔径雷达，可穿透云层的主动遥感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变化检测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识别同一地区不同时期地表变化的技术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地物分类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Cover 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将影像像素归类到预定义土地覆盖类别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Siamese网络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Siamese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共享权重的双分支神经网络，用于比较两个输入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正射校正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Orthorectification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消除地形和传感器几何畸变的校正过程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哥白尼计划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Programme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欧盟地球观测计划，提供Sentinel系列卫星数据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语义分割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Segmentation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为每个像素分配语义标签的像素级分类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理解了遥感图像的多光谱、空间/时间/辐射分辨率等核心特征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掌握了变化检测从传统方法到Siamese网络与Transformer的演进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560320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学习了地物分类的传统机器学习与深度学习方法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228600" cy="2286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971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完成了NDVI计算与Siamese U-Net结构的代码实战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3566160"/>
            <a:ext cx="54864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3749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Day 80 - Industrial Inspection 工业检测应用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缺陷检测 | 尺寸测量 | PCB检测流水线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79: Remote Sensing Image Processing</dc:title>
  <dc:subject>Computer Vision - Remote Sensing</dc:subject>
  <dc:creator>100-Day CV Course</dc:creator>
  <cp:lastModifiedBy>100-Day CV Course</cp:lastModifiedBy>
  <cp:revision>1</cp:revision>
  <dcterms:created xsi:type="dcterms:W3CDTF">2026-08-12T05:26:59Z</dcterms:created>
  <dcterms:modified xsi:type="dcterms:W3CDTF">2026-08-12T05:26:59Z</dcterms:modified>
</cp:coreProperties>
</file>