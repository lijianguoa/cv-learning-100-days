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cv_learning/cv_day029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371600" y="1645920"/>
            <a:ext cx="9445752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22860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目标跟踪进阶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0175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Object Tracking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0" y="3657600"/>
            <a:ext cx="3044952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38404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  |  DaSiamRPN  |  Multi-Object Tracking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43891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Learning Series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  |  Notes Edition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Table of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11个核心板块概览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2/20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48640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417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历史背景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6733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跟踪算法发展时间线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194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CSRT跟踪器概述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4505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核心思想与特点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2971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CSRT通道可靠性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2278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通道特征评估机制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3749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749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CSRT空间可靠性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0050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分割掩码与区域估计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4526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526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CSRT代码示例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7823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OpenCV实现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5303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5303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DaSiamRPN概述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55595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核心改进与架构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45352" y="1234440"/>
            <a:ext cx="548640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73952" y="1417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6473952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59752" y="1417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DaSiamRPN网络架构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59752" y="16733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详细网络结构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73952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</p:spPr>
      </p:sp>
      <p:sp>
        <p:nvSpPr>
          <p:cNvPr id="39" name="Text 37"/>
          <p:cNvSpPr/>
          <p:nvPr/>
        </p:nvSpPr>
        <p:spPr>
          <a:xfrm>
            <a:off x="6473952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59752" y="2331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DaSiamRPN性能分析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59752" y="25877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速度与精度数据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73952" y="3246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</p:spPr>
      </p:sp>
      <p:sp>
        <p:nvSpPr>
          <p:cNvPr id="43" name="Text 41"/>
          <p:cNvSpPr/>
          <p:nvPr/>
        </p:nvSpPr>
        <p:spPr>
          <a:xfrm>
            <a:off x="6473952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59752" y="3246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多目标跟踪概述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59752" y="35021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MOT系统架构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73952" y="4160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</p:spPr>
      </p:sp>
      <p:sp>
        <p:nvSpPr>
          <p:cNvPr id="47" name="Text 45"/>
          <p:cNvSpPr/>
          <p:nvPr/>
        </p:nvSpPr>
        <p:spPr>
          <a:xfrm>
            <a:off x="6473952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159752" y="4160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MOT关键技术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159752" y="44165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检测+关联+运动模型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73952" y="5074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</p:spPr>
      </p:sp>
      <p:sp>
        <p:nvSpPr>
          <p:cNvPr id="51" name="Text 49"/>
          <p:cNvSpPr/>
          <p:nvPr/>
        </p:nvSpPr>
        <p:spPr>
          <a:xfrm>
            <a:off x="6473952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59752" y="5074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DeepSORT算法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159752" y="53309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核心流程与参数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 Historical Background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跟踪算法发展时间线 (2010s - 2022+)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3/20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274552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1920240"/>
            <a:ext cx="36576" cy="4206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182880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8288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8288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 (Multiple Instance Learning)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182880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基于多实例学习的跟踪框架，解决样本模糊性问题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2249424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24942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2494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(Tracking-Learning-Detection)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249424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首次将跟踪与检测结合，引入在线学习机制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267004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67004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26700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KCF / MOSSE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67004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基于相关滤波的跟踪器，速度极快（&gt;100fps），成为实时跟踪标杆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3090672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09067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3090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MDNet / DeepSRDCF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09067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深度学习开始应用于跟踪，精度显著提升但速度较慢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5840" y="351129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351129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11680" y="35112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SiamFC (SiamFC)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351129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孪生网络跟踪范式，端到端学习，平衡速度与精度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05840" y="393192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39319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11680" y="3931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/ CSR-DCF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393192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改进相关滤波，引入因子化卷积，减少特征冗余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" y="4352544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" y="435254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11680" y="43525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 / DaSiamRPN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4352544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CSRT引入通道与空间可靠性；DaSiamRPN引入区域提议网络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05840" y="477316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477316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011680" y="4773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SiamRPN++ / ATOM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477316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深层孪生网络，引入目标估计模块与干扰感知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05840" y="5193792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" y="51937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011680" y="51937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SiamMask / Transformer Trackers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03520" y="519379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同时进行跟踪与分割；Transformer架构开始渗透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05840" y="561441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/>
        </p:spPr>
      </p:sp>
      <p:sp>
        <p:nvSpPr>
          <p:cNvPr id="49" name="Text 47"/>
          <p:cNvSpPr/>
          <p:nvPr/>
        </p:nvSpPr>
        <p:spPr>
          <a:xfrm>
            <a:off x="1005840" y="56144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2021+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011680" y="56144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OSTrack / TrackFormer / MixFormer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0" y="561441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纯Transformer跟踪器，统一检测与跟踪范式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CSRT跟踪器概述 CSRT Tracker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and Spatial Reliability Tracking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4/20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55778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核心思想 Core Idea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 (Channel and Spatial Reliability Tracking) 是一种基于判别式相关滤波(DCF)的高级跟踪器，通过两个关键机制提升跟踪鲁棒性：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通道可靠性 (Channel Reliability):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自动评估每个特征通道的判别力，抑制噪声通道，增强有效通道的权重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空间可靠性 (Spatial Reliability):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通过分割掩码估计目标真实区域，避免背景噪声干扰滤波器学习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5352" y="1554480"/>
            <a:ext cx="548640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关键特点 Key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2057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高精度: OTB2015基准上表现优异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73952" y="2331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Color Names特征融合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73952" y="26060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自适应尺度估计 (Scale Estimation)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73952" y="2880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PSR峰值旁瓣比用于可靠性评估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3154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OpenCV内置实现，易于使用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73952" y="3429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速度约20-25fps，精度优先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11274552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42519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CSRT在OpenCV跟踪器中的定位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617720"/>
          <a:ext cx="10789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3931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跟踪器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&gt;1000 fps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极速需求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&gt;100 fps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平衡场景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 fps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精度优先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CSRT通道可靠性 Channel Reliability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特征通道判别力评估与自适应加权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5/20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557784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通道可靠性机制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问题背景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传统DCF跟踪器对所有特征通道赋予相同权重，但不同通道的判别力差异很大。噪声通道会降低跟踪精度。
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解决方法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CSRT引入通道可靠性权重 w_c，通过分析每个通道的响应图质量来动态调整通道贡献：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评估指标: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峰值旁瓣比 (PSR) - 响应图的主峰与旁瓣之比
• 峰值相关能量 (PCE) - 衡量响应集中程度
• 通道响应方差 - 评估通道的稳定性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关键公式: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w_c = f(PSR_c, PCE_c) ∈ [0, 1]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低质量通道被抑制，高质量通道被增强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1554480"/>
            <a:ext cx="54864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使用的特征通道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73952" y="214884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5F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4884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(Histogram of Oriented Gradients)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33172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27个通道，捕捉边缘与形状信息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73952" y="260604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60604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Names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78892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10-11个通道，语义化的颜色描述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73952" y="306324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5F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06324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+ HOG融合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24612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总计约37个通道，互补特征组合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73952" y="352044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52044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灰度通道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70332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1个通道，基础亮度信息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45352" y="429768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73952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通道可靠性流程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47548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提取多通道特征 (HOG + CN)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49834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对每个通道计算响应图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52120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评估每个通道的PSR/PCE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54406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计算通道可靠性权重 w_c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56692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加权融合所有通道响应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58978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定位目标位置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CSRT空间可靠性 Spatial Reliability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分割掩码与目标区域精确估计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6/20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685800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空间可靠性机制详解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传统DCF假设目标为矩形区域，包含大量背景像素。CSRT通过空间可靠性掩码精确估计目标的真实形状，减少背景干扰。
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技术细节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使用前景-背景分割生成二值掩码 M(x)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掩码通过在线学习的分割器生成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掩码约束: 面积 &gt;= 目标面积的10%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掩码平滑: 高斯滤波避免硬边界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尺度估计: 多尺度响应图金字塔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空间权重更新规则: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M(x) = sigmoid(w^T * phi(x) + b)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其中 phi(x) 为像素级特征，w和b在线更新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25512" y="1554480"/>
            <a:ext cx="42062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54112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优势 Advantages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54112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减少背景噪声干扰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54112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适应非矩形目标形状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54112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提高边界框定位精度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54112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增强尺度变化鲁棒性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54112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处理部分遮挡更有效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25512" y="4023360"/>
            <a:ext cx="42062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54112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局限性 Limitations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54112" y="4526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计算复杂度较高 (~25fps)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54112" y="4846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分割掩码质量依赖初始化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54112" y="5166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快速运动时掩码更新滞后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54112" y="5486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对相似背景区分能力有限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54112" y="5806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内存占用大于KCF/MOSSE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CSRT代码示例 CSRT Code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Python实现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7/20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7132320" cy="4754880"/>
          </a:xfrm>
          <a:prstGeom prst="roundRect">
            <a:avLst>
              <a:gd name="adj" fmla="val 2885"/>
            </a:avLst>
          </a:prstGeom>
          <a:solidFill>
            <a:srgbClr val="F5F3EB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OpenCV CSRT Tracker 实现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011680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157984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304288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创建CSRT跟踪器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450592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 = cv2.TrackerCSRT_create()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596896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读取视频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743200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cv2.VideoCapture("video.mp4")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889504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ret, frame = cap.read()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035808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手动选择ROI (第一帧)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182112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bbox = cv2.selectROI(frame, False)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328416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tracker.init(frame, bbox)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474720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跟踪循环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621024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767328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3913632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ret: break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4059936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success, box = tracker.update(frame)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4206240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success: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352544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x,y,w,h = [int(v) for v in box]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4498848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cv2.rectangle(frame,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4645152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(x,y), (x+w,y+h),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4791456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(0,255,0), 2)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4937760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cv2.imshow("CSRT", frame)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5084064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cv2.waitKey(1) &amp; 0xFF == 27: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" y="5230368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" y="5376672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cap.release()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" y="5522976"/>
            <a:ext cx="6675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cv2.destroyAllWindows()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99832" y="1554480"/>
            <a:ext cx="3931920" cy="475488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28432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代码要点 Notes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028432" y="210312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0" y="21488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3816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cv2.TrackerCSRT_create() 创建跟踪器实例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28432" y="292608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8160" y="2971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ROI选择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3816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selectROI()允许用户在第一帧手动框选目标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28432" y="374904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3794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3816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返回(success, bbox)，success为布尔值表示是否跟踪成功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28432" y="457200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0" y="4617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bbox格式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13816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y, width, height) 左上角坐标加宽高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28432" y="539496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38160" y="5440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参数调优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138160" y="5669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可通过setParam调整PSR阈值等参数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DaSiamRPN概述 DaSiamRPN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Distractor-aware Siamese Region Proposal Network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8/20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核心改进 Core Improvements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DaSiamRPN (CVPR 2019) 在SiamRPN基础上做出三项关键改进：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干扰感知训练 (Distractor-aware)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引入包含语义干扰物的训练数据，增强模型区分相似目标的能力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局部到全局的跟踪 (Local-to-Global)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先局部跟踪再全局搜索，处理目标消失后重新出现的情况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增量学习 (Incremental Learning)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在线更新模板，适应目标外观变化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5352" y="15544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SiamRPN vs DaSiamRPN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3952" y="205740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SiamRPN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DaSiamRPN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干扰处理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无专门机制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干扰感知训练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模板更新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静态模板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增量学习更新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重检测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Local-to-Global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 fps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 fps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EAO (OTB)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4480560"/>
            <a:ext cx="11274552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5800" y="46177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核心洞察 Key Insight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48920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iamRPN的核心贡献在于将"干扰物"问题显式建模到训练过程中。传统跟踪器在遇到与目标外观相似的其他物体时容易丢失目标，而DaSiamRPN通过在训练时引入大量语义干扰样本，使网络学会区分真正的目标与相似干扰物。结合增量学习机制，DaSiamRPN能够适应目标在跟踪过程中的外观变化，同时保持对干扰物的鲁棒性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DaSiamRPN网络架构 Network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孪生网络 + 区域提议网络详细结构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9/20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274552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DaSiamRPN 网络结构图 (文字描述)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2860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Branch (z)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Branch (x)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22860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286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(ResNet-50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2860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2860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Head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Regression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21031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27432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241280" y="22860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0" y="22860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08960" y="2487168"/>
            <a:ext cx="36576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7" name="Shape 25"/>
          <p:cNvSpPr/>
          <p:nvPr/>
        </p:nvSpPr>
        <p:spPr>
          <a:xfrm>
            <a:off x="3108960" y="3218688"/>
            <a:ext cx="36576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0" y="2834640"/>
            <a:ext cx="36576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0" y="2487168"/>
            <a:ext cx="36576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2944368"/>
            <a:ext cx="36576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1" name="Shape 29"/>
          <p:cNvSpPr/>
          <p:nvPr/>
        </p:nvSpPr>
        <p:spPr>
          <a:xfrm>
            <a:off x="9875520" y="2606040"/>
            <a:ext cx="36576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7490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网络详细说明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40690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0690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51760" y="4069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修改版ResNet-50，去除最后两个残差块，输出stride=8的特征图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448056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44805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Head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51760" y="448056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3x3卷积 + 两个1x1分支：分类(前景/背景) + 回归(dx,dy,dw,dh)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2960" y="489204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4892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Anchor设计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51760" y="489204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5种尺度(0.33, 0.5, 1.0, 2.0, 3.0) x 5种比例，共25个anchor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" y="530352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53035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损失函数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51760" y="53035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分类: CrossEntropy; 回归: SmoothL1; 总损失 = L_cls + λ*L_reg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" y="571500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57150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训练策略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51760" y="571500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ImageNet预训练 + GOT-10k/TrackingNet微调 + 干扰物增强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DaSiamRPN性能分析 Performance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速度与精度基准数据对比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10/20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274552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基准测试结果 Benchmark Results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10789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OTB2015 EAO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VOT2018 EAO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UAV123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LaSOT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(fps)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SiamFC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SiamRPN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DaSiamRPN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SiamRPN++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297680"/>
            <a:ext cx="55778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性能分析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47091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DaSiamRPN在所有基准上均优于SiamRPN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速度仅略低于SiamRPN (75 vs 80 fps)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在长序列(LaSOT)上优势更明显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干扰感知训练显著提升鲁棒性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速度-精度平衡优秀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45352" y="429768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73952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关键指标说明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73952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89520" y="4754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Average Overlap - VOT核心指标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73952" y="5102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589520" y="5102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Curve - 成功率曲线下面积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73952" y="54498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LaSOT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89520" y="54498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长序列跟踪基准，平均1000+帧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73952" y="5797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UAV123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589520" y="57972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无人机视角跟踪基准，123个序列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多目标跟踪概述 MOT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Tracking系统架构与分类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11/20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557784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MOT系统架构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多目标跟踪(MOT)旨在同时跟踪视频中的多个目标，为每个目标分配唯一ID并维持身份一致性。
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Tracking-by-Detection 范式: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帧输入 → 目标检测 → 特征提取 → 数据关联 → 轨迹管理 → 输出
</a:t>
            </a:r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两大核心挑战: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目标身份保持 (Identity Preservation)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轨迹关联准确性 (Association Accuracy)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5352" y="1554480"/>
            <a:ext cx="548640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MOT方法分类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73952" y="210312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5F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Methods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28600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逐帧处理，实时更新轨迹 | SORT, DeepSORT, ByteTrack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73952" y="256032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560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Methods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74320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全局优化，利用未来帧信息 | GOG, HDA, MHT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73952" y="301752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5F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0175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Detection-Free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20040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无需检测器，直接跟踪 | JointTrack, IOU Tracker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73952" y="347472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474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JDE (Joint)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65760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联合检测与嵌入学习 | JDE, FairMOT, CenterTrack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73952" y="393192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F5F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9319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411480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基于Transformer的端到端 | TrackFormer, MOTR, TransTrack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11274552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800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MOT评估指标 MOT Evaluation Metrics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5120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5349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综合精度指标 = 1 - (FN+FP+IDSW)/GT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43784" y="5120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43784" y="5349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检测框与GT的平均重叠度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01768" y="5120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IDF1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01768" y="5349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身份保持的综合指标 (IDP + IDR的调和平均)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59752" y="5120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59752" y="5349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身份切换次数，越少越好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17736" y="5120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17736" y="5349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轨迹碎片化次数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MOT关键技术 MOT Key Technologies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 + 数据关联 + 运动模型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12/20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554480"/>
            <a:ext cx="3566160" cy="457200"/>
          </a:xfrm>
          <a:prstGeom prst="roundRect">
            <a:avLst>
              <a:gd name="adj" fmla="val 30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目标检测 Detection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200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常用检测器: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YOLOv5/v8/v9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R-CNN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SSD / RetinaNet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检测质量影响: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漏检(FN)导致轨迹断裂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误检(FP)产生虚假轨迹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检测精度直接影响MOTA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改进方向: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NMS参数调优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二次匹配机制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置信度阈值自适应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55448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1554480"/>
            <a:ext cx="3566160" cy="457200"/>
          </a:xfrm>
          <a:prstGeom prst="roundRect">
            <a:avLst>
              <a:gd name="adj" fmla="val 30000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数据关联 Association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2148840"/>
            <a:ext cx="3200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关联方法: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IOU Matching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级联匹配 (Cascade)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匈牙利算法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贪心匹配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关联特征: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运动信息 (IOU/Kalman)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外观特征 (ReID)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融合代价矩阵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级联匹配策略: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优先匹配高置信度轨迹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减少低质量匹配的干扰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1554480"/>
            <a:ext cx="3776472" cy="4754880"/>
          </a:xfrm>
          <a:prstGeom prst="roundRect">
            <a:avLst>
              <a:gd name="adj" fmla="val 3632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1554480"/>
            <a:ext cx="3776472" cy="457200"/>
          </a:xfrm>
          <a:prstGeom prst="roundRect">
            <a:avLst>
              <a:gd name="adj" fmla="val 30000"/>
            </a:avLst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155448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运动模型 Motion Model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2148840"/>
            <a:ext cx="341071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卡尔曼滤波器: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状态: [x,y,a,h,vx,vy,va]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预测下一帧位置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平滑噪声观测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轨迹生命周期: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Tentative: 新建未确认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Confirmed: 连续匹配成功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Lost: 连续未匹配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Deleted: 超时删除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参数设置:
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max_age=70, n_init=3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min_hits=3, iou_th=0.3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DeepSORT算法 DeepSORT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Simple Online and Realtime Tracking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13/20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27455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DeepSORT核心流程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34440" y="21031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60604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目标检测器生成边界框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2286000"/>
            <a:ext cx="32004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3063240" y="21031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30632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260604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ReID网络提取外观特征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23360" y="2286000"/>
            <a:ext cx="32004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21031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43400" y="260604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Predict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43400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卡尔曼滤波预测新位置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52160" y="2286000"/>
            <a:ext cx="32004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7" name="Shape 25"/>
          <p:cNvSpPr/>
          <p:nvPr/>
        </p:nvSpPr>
        <p:spPr>
          <a:xfrm>
            <a:off x="6720840" y="21031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72200" y="260604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Match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级联匹配关联检测与轨迹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80960" y="2286000"/>
            <a:ext cx="32004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2" name="Shape 30"/>
          <p:cNvSpPr/>
          <p:nvPr/>
        </p:nvSpPr>
        <p:spPr>
          <a:xfrm>
            <a:off x="8549640" y="21031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85496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01000" y="260604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Match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01000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IOU匹配处理未关联检测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509760" y="2286000"/>
            <a:ext cx="32004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7" name="Shape 35"/>
          <p:cNvSpPr/>
          <p:nvPr/>
        </p:nvSpPr>
        <p:spPr>
          <a:xfrm>
            <a:off x="10378440" y="21031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103784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829800" y="260604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Update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829800" y="2834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更新确认轨迹状态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023360"/>
            <a:ext cx="55778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5800" y="4160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融合代价矩阵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5800" y="4434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DeepSORT的核心创新在于融合运动和外观信息：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代价计算: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c(i,j) = λ * d_IOU(i,j) + (1-λ) * d_appear(i,j)
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其中: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d_IOU: 基于卡尔曼预测的IOU距离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d_appear: 余弦距离 (ReID特征)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λ: 平衡系数 (通常λ=0.5~0.7)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马氏距离用于门控过滤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45352" y="40233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73952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关键参数 Key Parameters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73952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max_age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2104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144000" y="4526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轨迹丢失后保留帧数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73952" y="4846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n_init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144000" y="4846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连续匹配次数确认轨迹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73952" y="5166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nn_budget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21040" y="5166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144000" y="5166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外观特征库最大容量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73952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max_cosine_dist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321040" y="5486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144000" y="5486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外观匹配余弦距离阈值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73952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iou_threshold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21040" y="5806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144000" y="5806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IOU匹配阈值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算法对比 Algorithm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 vs KCF vs MOSSE vs DaSiamRPN 全面对比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14/20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274552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单目标跟踪器全面对比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10789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40280"/>
                <a:gridCol w="2240280"/>
                <a:gridCol w="2240280"/>
                <a:gridCol w="2240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特性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DaSiamRPN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相关滤波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相关滤波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相关滤波+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深度孪生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&gt;1000 fps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&gt;100 fps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 fps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 fps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灰度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HOG+CN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尺度估计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有(精细)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有(RPN)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遮挡处理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实现难度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简单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简单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GPU需求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5212080"/>
            <a:ext cx="365760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5349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速度优先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5577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MOSSE &gt; KCF &gt; DaSiamRPN &gt; CSRT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0" y="5212080"/>
            <a:ext cx="365760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26280" y="5349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精度优先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577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DaSiamRPN ≈ CSRT &gt; KCF &gt; MOSSE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138160" y="5212080"/>
            <a:ext cx="3593592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366760" y="5349240"/>
            <a:ext cx="3136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推荐选择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66760" y="557784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精度选CSRT/DaSiamRPN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速度选KCF/MOSSE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 Classic Experiments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OTB2015基准性能对比数据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15/20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OTB2015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274552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OTB2015 Benchmark Results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10789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2743200"/>
                <a:gridCol w="274320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(%@20px)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(AUC)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DaSiamRPN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SiamRPN++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937760"/>
            <a:ext cx="55778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50749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实验分析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53035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CSRT在非深度方法中精度最高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CSRT速度适中，适合离线/准实时场景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深度方法(DaSiamRPN)在精度和速度间取得更好平衡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45352" y="4937760"/>
            <a:ext cx="54864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73952" y="50749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OTB2015基准说明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73952" y="5303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100个视频序列，涵盖11种挑战属性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属性: 遮挡/变形/快速运动/模糊/光照变化等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一次通过评估(OPE)，无需重初始化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 Important Literature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5篇目标跟踪领域关键论文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16/20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2745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160" y="169164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16459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CSRT: Fast Visual Tracking via Dense Spatio-Temporal Kernels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1901952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Lukezic et al., ICCV 2017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08483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提出通道和空间可靠性机制，显著提升DCF跟踪器精度。引入分割掩码估计目标真实区域。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112745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80160" y="265176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DaSiamRPN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260604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DaSiamRPN: Learning Distractor-aware Siamese Networks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2862072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al., CVPR 2019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3044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引入干扰感知训练策略和增量学习机制，解决孪生跟踪器在相似干扰物下的鲁棒性问题。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112745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80160" y="361188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128016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SiamRPN++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60320" y="356616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SiamRPN++: Evolution of Siamese Visual Tracking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60320" y="3822192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al., CVPR 2019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40050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将孪生网络扩展到深层架构(ResNet-50)，通过空间感知采样解决深度孪生网络的训练问题。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434840"/>
            <a:ext cx="112745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80160" y="457200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128016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60320" y="452628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Online and Realtime Tracking with a Deep Association Metric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60320" y="4782312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Wojke et al., ICIP 2017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60320" y="496519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DeepSORT算法，融合运动与外观特征的级联匹配策略，成为MOT领域的基线方法。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394960"/>
            <a:ext cx="112745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" y="55321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80160" y="553212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/>
        </p:spPr>
      </p:sp>
      <p:sp>
        <p:nvSpPr>
          <p:cNvPr id="46" name="Text 44"/>
          <p:cNvSpPr/>
          <p:nvPr/>
        </p:nvSpPr>
        <p:spPr>
          <a:xfrm>
            <a:off x="1280160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KCF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60320" y="548640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High-Speed Tracking with Kernelized Correlation Filters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560320" y="5742432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Henriques et al., PAMI 2015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560320" y="592531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KCF跟踪器，利用循环矩阵和核技巧将相关滤波加速到100+fps，奠定实时跟踪基础。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应用场景 Application Scenarios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目标跟踪在四大领域的实际应用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17/20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pic>
        <p:nvPicPr>
          <p:cNvPr id="10" name="Image 0" descr="/workspace/cv_learning/cv_day029_applica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5029200" cy="283464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1554480"/>
            <a:ext cx="597103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155448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自动驾驶 Autonomous Driving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3504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行人/车辆跟踪，轨迹预测，安全距离监控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60720" y="2514600"/>
            <a:ext cx="597103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25146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体育分析 Sports Analytics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3504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运动员轨迹追踪，战术分析，赛事统计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60720" y="3474720"/>
            <a:ext cx="597103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60720" y="347472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智能安防 Smart Security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03504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入侵检测，异常行为识别，人员布控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60720" y="4434840"/>
            <a:ext cx="597103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60720" y="443484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5" name="Text 22"/>
          <p:cNvSpPr/>
          <p:nvPr/>
        </p:nvSpPr>
        <p:spPr>
          <a:xfrm>
            <a:off x="603504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交通监控 Traffic Monitoring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03504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车流量统计，违章检测，拥堵分析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5394960"/>
            <a:ext cx="11274552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85800" y="548640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应用趋势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边缘部署: 轻量化跟踪模型(TensorRT/ONNX)在移动端和嵌入式设备上的实时运行成为趋势。多模态融合: 结合LiDAR点云+摄像头的多模态跟踪在自动驾驶中越来越重要。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 Thinking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5道深入理解目标跟踪的思考题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18/20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2745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691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1645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CSRT的通道可靠性机制如何解决传统DCF中特征通道权重不均的问题？请从PSR/PCE指标的角度分析。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057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考虑不同通道在区分目标与背景时的贡献差异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112745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51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2606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DaSiamRPN的干扰感知训练策略具体是如何实现的？为什么这种策略能提升跟踪鲁棒性？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017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关注训练数据增强和损失函数设计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112745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6118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566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DeepSORT中级联匹配(Cascade Matching)相比简单的IOU匹配有什么优势？什么场景下差异最明显？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3977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考虑长时间遮挡后ID切换问题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112745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5720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526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在MOT系统中，检测器的质量如何影响最终跟踪性能？如果检测器漏检率较高，可以采取哪些补偿策略？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4937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考虑轨迹插值、二次匹配、降低确认阈值等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5394960"/>
            <a:ext cx="112745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5532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532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71600" y="5486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从CSRT到DaSiamRPN，跟踪器从手工特征转向深度特征。这种转变带来了哪些优势和新的挑战？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5897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对比精度、速度、泛化能力、部署复杂度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 Glossary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14个核心术语中英对照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19/20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557784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51206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English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通道和空间可靠性跟踪器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DCF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判别式相关滤波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SiamRPN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孪生区域提议网络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多目标跟踪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DeepSORT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深度简单在线实时跟踪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峰值旁瓣比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PCE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峰值相关能量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245352" y="155448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3952" y="169164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English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Kalman Filter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卡尔曼滤波器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行人重识别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Cascade Matching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级联匹配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EAO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期望平均重叠度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MOTA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多目标跟踪精度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IDF1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身份识别F1分数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Anchor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锚框/先验框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 Next Session Preview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30: 目标检测基础 Object Detection Fundamentals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29: Object Tracking Advanced  |  Page 20/20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685800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691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30: 目标检测基础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2103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Detection Fundamentals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4688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预习要点 Preview Topics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滑动窗口检测 (Sliding Window Detection)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364992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选择性搜索 (Selective Search)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712464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R-CNN系列: R-CNN → Fast R-CNN → Faster R-CNN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059936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YOLO系列: 从YOLOv1到YOLOv8的演进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40740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SSD与RetinaNet (单阶段检测器)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754880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Anchor机制与多尺度检测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102352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(非极大值抑制)及其变体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449824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目标检测评估指标: mAP, IoU, FPS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25512" y="1554480"/>
            <a:ext cx="42062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54112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与今日内容的联系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54112" y="20116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目标跟踪与目标检测紧密相关：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MOT依赖检测器提供目标位置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检测精度直接影响跟踪质量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检测+跟踪构成完整视觉系统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理解检测是深入跟踪的基础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25512" y="4023360"/>
            <a:ext cx="42062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DDD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54112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预习建议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54112" y="4526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复习边界框回归概念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54112" y="4910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了解ImageNet数据集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54112" y="52943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预习卷积神经网络基础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54112" y="5678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思考: 检测与分类的区别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29: Advanced Object Tracking - CSRT, DaSiamRPN &amp; MOT</dc:title>
  <dc:subject>PptxGenJS Presentation</dc:subject>
  <dc:creator>CV Learning Notes</dc:creator>
  <cp:lastModifiedBy>CV Learning Notes</cp:lastModifiedBy>
  <cp:revision>1</cp:revision>
  <dcterms:created xsi:type="dcterms:W3CDTF">2026-06-23T06:01:08Z</dcterms:created>
  <dcterms:modified xsi:type="dcterms:W3CDTF">2026-06-23T06:01:08Z</dcterms:modified>
</cp:coreProperties>
</file>