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3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31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Haar特征与级联分类器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计算机视觉学习 · 第31天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人脸检测的演进之路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Haar特征 · 积分图 · AdaBoost · 级联分类器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实战演练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OpenCV人脸检测代码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科学家故事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Viola与Jones的传奇合作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文献与实验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必读论文与经典实验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总结展望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8328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应用场景与下节预告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历史背景：人脸检测的演进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2001年里程碑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 &amp; Jones 在CVPR发表突破性论文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首次实现实时人脸检测（15 FPS）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提出Haar特征 + AdaBoost + 级联分类器框架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早期方法对比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基于知识的方法：规则复杂，鲁棒性差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模板匹配：固定模板，灵活性低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早期神经网络：计算量大，实时性差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73152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OpenCV在2.0版本中完整实现了Viola-Jones框架，并提供预训练模型，极大降低了技术门槛。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核心概念：Haar特征原理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什么是Haar特征？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灵感来源于Haar小波变换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计算相邻矩形区域的像素和之差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捕捉边缘、线段、中心环绕等局部结构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四种基本类型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边缘特征：检测水平/垂直边缘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线特征：检测线条结构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中心环绕：检测对比度变化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对角线特征：检测对角边缘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73152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关键洞察：人脸区域中，眼睛比脸颊暗，鼻子比周围亮——Haar特征恰好能捕捉这些规律。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核心概念：积分图加速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积分图定义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II(x,y) = Σ I(i,j)，其中 i≤x, j≤y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预计算每个位置的累积像素和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构建一次，重复使用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矩形区域求和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Sum(D) = II(A)-II(B)-II(C)+II(D)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任意矩形区域像素和 = 4次查表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复杂度从 O(n²) 降到 O(1)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18万+ Haar特征可在毫秒级完成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4008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速度提升数百倍，是Viola-Jones实现实时检测的核心技术支柱。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核心概念：AdaBoost算法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核心思想（Freund &amp; Schapire, 1995）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初始化权重：给训练样本分配均匀权重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迭代训练：每轮训练一个弱分类器，根据误差调整权重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关注难例：被错分的样本获得更高权重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加权组合：将弱分类器加权组合成强分类器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82296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弱分类器：h_j(x) = sign(α·f_j(x) - θ)</a:t>
            </a:r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强分类器：H(x) = sign(Σ α_t · h_t(x))</a:t>
            </a:r>
            <a:endParaRPr lang="en-US" sz="1800" dirty="0"/>
          </a:p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从18万+特征中自动选出最有效的几百个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核心概念：级联分类器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核心思想：逐级筛选，快速排除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早期阶段：简单特征，高检测率，高误报率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中期阶段：更多特征，逐步降低误报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后期阶段：复杂特征，极低误报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非目标窗口在最初几级就被快速排除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训练参数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hitRate（每级最小检测率）：0.995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falseAlarmRate（每级最大误报率）：0.5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numStages（级联总层数）：10-25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核心概念：级联工作流程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371600" cy="411480"/>
          </a:xfrm>
          <a:prstGeom prst="round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输入窗口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005840"/>
            <a:ext cx="1371600" cy="41148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1371600" cy="41148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1371600" cy="41148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914400" cy="411480"/>
          </a:xfrm>
          <a:prstGeom prst="round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600200"/>
            <a:ext cx="1371600" cy="411480"/>
          </a:xfrm>
          <a:prstGeom prst="roundRect">
            <a:avLst/>
          </a:prstGeom>
          <a:solidFill>
            <a:srgbClr val="C44E4E"/>
          </a:solidFill>
          <a:ln w="12700">
            <a:solidFill>
              <a:srgbClr val="C44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600200"/>
            <a:ext cx="914400" cy="411480"/>
          </a:xfrm>
          <a:prstGeom prst="round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002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前5级可过滤掉90%以上的非人脸窗口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平均每个窗口仅需评估10-20个特征（而非数百个）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自举策略：前级误报作为后级负样本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实战：OpenCV人脸检测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检测流程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加载预训练级联分类器XML文件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输入图像转换为灰度图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detectMultiScale 多尺度检测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在检测到的人脸位置绘制矩形框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预训练模型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haarcascade_frontalface_default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haarcascade_profileface（侧面）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haarcascade_eye（眼睛）</a:t>
            </a:r>
            <a:pPr algn="l" marL="342900" indent="-342900">
              <a:lnSpc>
                <a:spcPts val="24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haarcascade_smile（微笑）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64008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几行代码即可实现人脸检测，是OpenCV降低CV技术门槛的典范。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实战：代码示例与参数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201168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face_cascade = cv2.CascadeClassifier(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cv2.data.haarcascades + 'haarcascade_frontalface_default.xml')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cv2.cvtColor(img, cv2.COLOR_BGR2GRAY)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faces = face_cascade.detectMultiScale(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gray, scaleFactor=1.1, minNeighbors=5, minSize=(30,30))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(x,y,w,h) in faces:</a:t>
            </a:r>
            <a:pPr algn="l" indent="0" marL="0">
              <a:lnSpc>
                <a:spcPts val="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cv2.rectangle(img, (x,y), (x+w,y+h), (0,255,0), 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0" y="1005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参数说明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508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scaleFactor：每次图像缩小比例（1.1-1.3）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minNeighbors：最小邻居数，过滤误报（3-6）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minSize：最小检测窗口（30,30）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科学家故事：Viola与Jones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Viola（MIT博士）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2001年与Michael Jones合作发表里程碑论文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巧妙结合积分图、AdaBoost、级联分类器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后加入微软研究院，2013年入职亚马逊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Jones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与Viola的合作堪称CV领域典范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将ML理论创新与CV实际需求完美结合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解决了困扰领域多年的实时检测难题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73152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Viola-Jones最初是通用目标检测框架，但人脸稳定的结构特征使其在该任务上表现尤为出色。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重要文献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Viola &amp; Jones (2001). CVPR. 引用量35,000+</a:t>
            </a:r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"Rapid Object Detection using a Boosted Cascade of Simple Features"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Viola &amp; Jones (2004). IJCV.</a:t>
            </a:r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"Robust Real-Time Face Detection"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Freund &amp; Schapire (1997). JCSS.</a:t>
            </a:r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AdaBoost算法的理论基础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Lienhart &amp; Maydt (2002). ICIP.</a:t>
            </a:r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扩展Haar特征集合，增加旋转特征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经典实验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实验1：Haar特征可视化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计算人脸各区域的Haar特征响应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眉毛-眼睛：水平边缘特征响应强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鼻子区域：中心环绕特征响应明显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实验2：AdaBoost特征选择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观察每轮选择的Haar特征位置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早期特征位于眼睛、鼻子等区域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前100个特征捕获大部分判别信息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实验3：级联各阶段性能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前5级过滤90%+非人脸窗口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平均特征评估数从数百降到10-20个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31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手机人脸解锁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数码相机笑脸快门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社交应用人脸滤镜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安防监控系统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机场护照控制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视频会议美颜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从2001年到今天，Haar级联分类器为实时人脸检测奠定了坚实基础。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Haar特征与卷积核的异同</a:t>
            </a:r>
            <a:pPr algn="l" indent="0" marL="0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比较Haar特征与Sobel、CNN卷积核，为什么Haar在深度学习时代被淘汰？</a:t>
            </a:r>
            <a:pPr algn="l" marL="342900" indent="-3429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AdaBoost的特征选择优势</a:t>
            </a:r>
            <a:pPr algn="l" indent="0" marL="0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随机选几百个特征 vs AdaBoost选择，性能差异有多大？</a:t>
            </a:r>
            <a:pPr algn="l" marL="342900" indent="-3429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级联结构的代价</a:t>
            </a:r>
            <a:pPr algn="l" indent="0" marL="0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级联可能带来漏检和训练复杂度增加，如何权衡速度与精度？</a:t>
            </a:r>
            <a:pPr algn="l" marL="342900" indent="-342900">
              <a:lnSpc>
                <a:spcPts val="24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Haar vs HOG+SVM vs CNN</a:t>
            </a:r>
            <a:pPr algn="l" indent="0" marL="0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从精度、速度、训练难度等维度比较三种检测器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今日总结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Haar特征：矩形像素差，捕捉局部结构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积分图：O(1)计算任意矩形和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AdaBoost：组合弱分类器为强分类器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级联结构：逐级筛选，实现实时检测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32: DPM与HOG检测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HOG特征：方向梯度直方图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DPM：可变形部件模型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非极大值抑制（NMS）</a:t>
            </a:r>
            <a:pPr algn="l" marL="342900" indent="-342900">
              <a:lnSpc>
                <a:spcPts val="22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实战：OpenCV行人检测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640080"/>
          </a:xfrm>
          <a:prstGeom prst="roundRect">
            <a:avLst/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HOG+SVM和DPM代表了经典机器学习时代目标检测的最高水平，敬请期待！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2026-06-25T05:29:41Z</dcterms:created>
  <dcterms:modified xsi:type="dcterms:W3CDTF">2026-06-25T05:29:41Z</dcterms:modified>
</cp:coreProperties>
</file>