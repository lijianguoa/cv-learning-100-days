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D4A843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0" y="4572000"/>
            <a:ext cx="3657600" cy="36576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46304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46304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DPM &amp; HOG</a:t>
            </a:r>
            <a:endParaRPr lang="en-US" sz="4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目标检测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37160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 100 天学习计划  |  讲座版 (Talk Mode)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448056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4663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Deformable Parts Model</a:t>
            </a:r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D6E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Features</a:t>
            </a:r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D6E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0" y="2286000"/>
            <a:ext cx="2560320" cy="2560320"/>
          </a:xfrm>
          <a:prstGeom prst="roundRect">
            <a:avLst>
              <a:gd name="adj" fmla="val 5357"/>
            </a:avLst>
          </a:prstGeom>
          <a:solidFill>
            <a:srgbClr val="FAF8F0"/>
          </a:solidFill>
          <a:ln/>
          <a:effectLst>
            <a:outerShdw sx="100000" sy="100000" kx="0" ky="0" algn="bl" rotWithShape="0" blurRad="152400" dist="508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0" y="22860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
</a:t>
            </a:r>
            <a:pPr algn="ctr"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DPM
</a:t>
            </a:r>
            <a:pPr algn="ctr" indent="0" marL="0">
              <a:lnSpc>
                <a:spcPts val="3600"/>
              </a:lnSpc>
              <a:buNone/>
            </a:pPr>
            <a:endParaRPr lang="en-US" sz="28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经典检测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3D1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64190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CV100Days  |  计算机视觉学习笔记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今日概览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303520" cy="1188720"/>
          </a:xfrm>
          <a:prstGeom prst="roundRect">
            <a:avLst>
              <a:gd name="adj" fmla="val 7692"/>
            </a:avLst>
          </a:prstGeom>
          <a:solidFill>
            <a:srgbClr val="E8F0E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234440"/>
            <a:ext cx="54864" cy="1097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28016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学习目标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掌握HOG特征提取原理与DPM可变形部件模型检测框架，理解这两个经典方法如何影响了现代目标检测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10528" y="129844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HOG特征原理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949440" y="1691640"/>
            <a:ext cx="17373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8288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梯度方向直方图的核心思想与提取流程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89720" y="11887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99448" y="129844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9299448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73836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DPM模型架构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738360" y="1691640"/>
            <a:ext cx="17373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9" name="Text 17"/>
          <p:cNvSpPr/>
          <p:nvPr/>
        </p:nvSpPr>
        <p:spPr>
          <a:xfrm>
            <a:off x="9326880" y="18288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根滤波器 + 部件滤波器 + 形变代价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32918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0528" y="340156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检测实战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49440" y="3794760"/>
            <a:ext cx="17373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39319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HOG+SVM行人检测代码实现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89720" y="32918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99448" y="3401568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9299448" y="3401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383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经典论文与实验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738360" y="3794760"/>
            <a:ext cx="173736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1" name="Text 29"/>
          <p:cNvSpPr/>
          <p:nvPr/>
        </p:nvSpPr>
        <p:spPr>
          <a:xfrm>
            <a:off x="9326880" y="39319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必读论文与HOG可视化分析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31520" y="521208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8E7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05840" y="5257800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快速导航: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原理解析(S3-S5) → 模型架构(S7-S8) → 代码实战(S9) → 文献与实验(S10-S12) → 总结与讨论(S13-S16)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9" name="Text 37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历史回顾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&amp; DPM Timeline (2005-2010)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743200"/>
            <a:ext cx="10360152" cy="45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2514600"/>
            <a:ext cx="457200" cy="4572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HOG提出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4015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Dalal &amp; Triggs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2514600"/>
            <a:ext cx="457200" cy="457200"/>
          </a:xfrm>
          <a:prstGeom prst="ellipse">
            <a:avLst/>
          </a:prstGeom>
          <a:solidFill>
            <a:srgbClr val="97BC6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DPM初版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34015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Felzenszwalb et 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60920" y="2514600"/>
            <a:ext cx="457200" cy="457200"/>
          </a:xfrm>
          <a:prstGeom prst="ellipse">
            <a:avLst/>
          </a:prstGeom>
          <a:solidFill>
            <a:srgbClr val="D4A84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混合模型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34015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SVM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104120" y="2514600"/>
            <a:ext cx="457200" cy="4572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0" y="19202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92640" y="31089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版本升级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92640" y="34015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DPM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411480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68680" y="4187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HOG的重要性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498848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为行人检测提供了稳定高效的特征表示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被后续大量检测方法采用为基础特征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与SVM结合成为经典检测管线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411480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4187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DPM的影响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4498848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VOC 2007-2010连续多年竞赛冠军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开创了结构化模型+部件检测的范式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为CNN时代奠定了检测思想基础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9" name="Shape 2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3" name="Text 31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HOG特征原理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Oriented Gradients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E8F0E0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2588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核心思想
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HOG通过统计图像局部区域的梯度方向直方图描述物体形状和外观。
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关键特点：
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梯度方向能捕捉轮廓和边缘信息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局部化处理提供对光照变化的鲁棒性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区域归一化提供几何变化不变性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直方图表示紧凑且具有良好的区分度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92240" y="123444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0" y="14173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梯度计算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水平和垂直梯度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Gx, Gy → |∇f|, 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823960" y="123444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FF8E7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646920" y="14173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96469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1540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单元格划分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61120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将图像分为小单元格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每个单元格建立直方图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1155680" y="1234440"/>
            <a:ext cx="2103120" cy="22860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978640" y="1417320"/>
            <a:ext cx="457200" cy="4572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119786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2471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区域归一化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292840" y="23317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多个单元格合并为Block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对比度归一化处理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1072591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0584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核心公式  |  </a:t>
            </a:r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Feature Computation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34340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梯度幅值：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|G| = √(Gx² + Gy²)          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梯度方向：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 = arctan(Gy / Gx)          </a:t>
            </a:r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归一化：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v / √(||v||² + ε²)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5029200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关键洞察：</a:t>
            </a:r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HOG的魔力在于“局部梯度的强度分布”——它不关心颜色，只关心轮廓和形状。这使其对光照、阴影变化极其鲁棒。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Shape 2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HOG提取流程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Extraction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8740" y="14173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134874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图像预处理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160020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灰度化 + Gamma校正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减少光照影响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28346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07208" y="128016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15868" y="141732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3515868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898648" y="2103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梯度计算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90088" y="2514600"/>
            <a:ext cx="160020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2944368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Sobel算子求梯度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获取幅值和方向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73168" y="28346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74336" y="128016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82996" y="141732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5682996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65776" y="2103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单元格直方图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57216" y="2514600"/>
            <a:ext cx="160020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111496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小区域统计梯度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投票到9-bin直方图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0296" y="28346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41464" y="128016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50124" y="1417320"/>
            <a:ext cx="548640" cy="54864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8" name="Text 26"/>
          <p:cNvSpPr/>
          <p:nvPr/>
        </p:nvSpPr>
        <p:spPr>
          <a:xfrm>
            <a:off x="7850124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232904" y="2103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区域归一化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324344" y="2514600"/>
            <a:ext cx="160020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1" name="Text 29"/>
          <p:cNvSpPr/>
          <p:nvPr/>
        </p:nvSpPr>
        <p:spPr>
          <a:xfrm>
            <a:off x="7278624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2×2单元格合并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L2归一化抑制对比度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07424" y="28346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308592" y="1280160"/>
            <a:ext cx="1965960" cy="34747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017252" y="1417320"/>
            <a:ext cx="548640" cy="54864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5" name="Text 33"/>
          <p:cNvSpPr/>
          <p:nvPr/>
        </p:nvSpPr>
        <p:spPr>
          <a:xfrm>
            <a:off x="10017252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9400032" y="2103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特征拼接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491472" y="2514600"/>
            <a:ext cx="160020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8" name="Text 36"/>
          <p:cNvSpPr/>
          <p:nvPr/>
        </p:nvSpPr>
        <p:spPr>
          <a:xfrm>
            <a:off x="9445752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所有Block直方图串联</a:t>
            </a:r>
            <a:endParaRPr lang="en-US" sz="11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形成最终特征向量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31520" y="5029200"/>
            <a:ext cx="10725912" cy="1005840"/>
          </a:xfrm>
          <a:prstGeom prst="roundRect">
            <a:avLst>
              <a:gd name="adj" fmla="val 9091"/>
            </a:avLst>
          </a:prstGeom>
          <a:solidFill>
            <a:srgbClr val="FFF8E7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005840" y="512064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参数描述符维度计算  |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 Block=2×2 Cell，Cell=8×8像素，9-bin直方图：每个Block维度 = 2×2×9×36 = 36。对于64×128的检测窗口，特征维度约 3780。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6" name="Text 44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HOG参数与代码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&amp; Key Code Snippets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1206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关键参数表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627632"/>
            <a:ext cx="475488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691640"/>
            <a:ext cx="475488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691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691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794760" y="1691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0299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Size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06040" y="202996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94760" y="20299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梯度统计基本单元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2368296"/>
            <a:ext cx="4754880" cy="320040"/>
          </a:xfrm>
          <a:prstGeom prst="rect">
            <a:avLst/>
          </a:prstGeom>
          <a:solidFill>
            <a:srgbClr val="E8F0E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6829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06040" y="236829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2×2 Cells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794760" y="236829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对比度归一化区域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60120" y="270662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270662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794760" y="27066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方向直方图柱数 (0-180°)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3044952"/>
            <a:ext cx="4754880" cy="320040"/>
          </a:xfrm>
          <a:prstGeom prst="rect">
            <a:avLst/>
          </a:prstGeom>
          <a:solidFill>
            <a:srgbClr val="E8F0E0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304495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Stride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30449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Cell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794760" y="3044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区域滑动步长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0120" y="3383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06040" y="3383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L2-Hys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794760" y="3383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归一化方法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4400" y="3721608"/>
            <a:ext cx="4754880" cy="320040"/>
          </a:xfrm>
          <a:prstGeom prst="rect">
            <a:avLst/>
          </a:prstGeom>
          <a:solidFill>
            <a:srgbClr val="E8F0E0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37216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Size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606040" y="37216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64×128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794760" y="372160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检测窗口大小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26480" y="1188720"/>
            <a:ext cx="5577840" cy="3291840"/>
          </a:xfrm>
          <a:prstGeom prst="roundRect">
            <a:avLst>
              <a:gd name="adj" fmla="val 2222"/>
            </a:avLst>
          </a:prstGeom>
          <a:solidFill>
            <a:srgbClr val="1E1E2E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63640" y="128016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OpenCV HOG Descriptor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创建HOG描述符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hog = cv2.HOGDescriptor()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设置参数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hog.setSVMDetector(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cv2.HOGDescriptor_getDefaultPeopleDetector()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检测行人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= cv2.imread('street.jpg')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boxes, weights = hog.detectMultiScale(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winStride=(8, 8),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scale=1.05,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hitThreshold=0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1520" y="4754880"/>
            <a:ext cx="10725912" cy="1371600"/>
          </a:xfrm>
          <a:prstGeom prst="roundRect">
            <a:avLst>
              <a:gd name="adj" fmla="val 6667"/>
            </a:avLst>
          </a:prstGeom>
          <a:solidFill>
            <a:srgbClr val="E8F0E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05840" y="4846320"/>
            <a:ext cx="101772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调参建议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Cell Size越小 → 特征越细粒度，但维度更高  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 Stride越小 → 重叠越多，求值更慢  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Bins越多 → 方向编码越精细，但特征维度增加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2" name="Text 40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DPM模型架构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Deformable Parts Model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E8F0E0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417320"/>
            <a:ext cx="46634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根滤波器  (Root Filter)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覆盖整个目标的粗粒度滤波器，捕捉整体外观特征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在HOG金字塔的粗粒度层上工作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类似于典型的滑动窗口滤波器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提供目标的“第一印象”框架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02336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4023360"/>
            <a:ext cx="1828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2062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部件 1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头部特征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71800" y="402336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1800" y="4023360"/>
            <a:ext cx="1828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3063240" y="42062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部件 2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上半身特征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402336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4023360"/>
            <a:ext cx="18288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420624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部件 3
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下半身特征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74904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形变代价连接 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8E7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0" y="141732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形变代价  (Deformation Cost)
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D(di, dx, dy) = ai·(dx-tix)² + bi·(dy-tiy)² + ci
</a:t>
            </a:r>
            <a:endParaRPr lang="en-US" sz="16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 = 部件i的偏移向量 (dx, dy)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(ti, ai, bi, ci) = 部件形变参数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惩罚远离锈定位置的部件偏移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4023360"/>
            <a:ext cx="53035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406908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总分计算  (Scoring)
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F0·φ(H,z) + ΣΣi [Fi·φ(H,zi) - di·fi]
</a:t>
            </a:r>
            <a:endParaRPr lang="en-US" sz="16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F0: 根滤波器响应    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Fi: 部件滤波器响应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di·fi: 形变代价惩罚项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DPM检测流程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HOG Pyramid to Final Detections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2377440" cy="38404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188720"/>
            <a:ext cx="237744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1371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HOG金字塔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05840" y="2468880"/>
            <a:ext cx="182880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060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构建多尺度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HOG特征图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E8F0E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86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原图生成~7层金字塔，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每层计算HOG特征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383280" y="1188720"/>
            <a:ext cx="2377440" cy="38404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188720"/>
            <a:ext cx="237744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42519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滤波器匹配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57600" y="2468880"/>
            <a:ext cx="182880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26060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根滤波器+部件滤波器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全图卷积计算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384048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E8F0E0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3886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粗粒度层做根滤波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精粒度层做部件滤波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6072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35040" y="1188720"/>
            <a:ext cx="2377440" cy="38404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1188720"/>
            <a:ext cx="2377440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Shape 25"/>
          <p:cNvSpPr/>
          <p:nvPr/>
        </p:nvSpPr>
        <p:spPr>
          <a:xfrm>
            <a:off x="6903720" y="137160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联合推理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09360" y="2468880"/>
            <a:ext cx="182880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1" name="Text 29"/>
          <p:cNvSpPr/>
          <p:nvPr/>
        </p:nvSpPr>
        <p:spPr>
          <a:xfrm>
            <a:off x="6172200" y="26060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形变代价约束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部件位置拼接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384048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E8F0E0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3886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LP求解最优部件位置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最大化总分函数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1248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686800" y="1188720"/>
            <a:ext cx="2377440" cy="38404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686800" y="1188720"/>
            <a:ext cx="2377440" cy="7315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7" name="Shape 35"/>
          <p:cNvSpPr/>
          <p:nvPr/>
        </p:nvSpPr>
        <p:spPr>
          <a:xfrm>
            <a:off x="9555480" y="1371600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95554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78240" y="2103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非极大值抑制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961120" y="2468880"/>
            <a:ext cx="1828800" cy="228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1" name="Text 39"/>
          <p:cNvSpPr/>
          <p:nvPr/>
        </p:nvSpPr>
        <p:spPr>
          <a:xfrm>
            <a:off x="8823960" y="260604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去除重叠检测框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输出最终结果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778240" y="384048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E8F0E0"/>
          </a:solidFill>
          <a:ln/>
        </p:spPr>
      </p:sp>
      <p:sp>
        <p:nvSpPr>
          <p:cNvPr id="43" name="Text 41"/>
          <p:cNvSpPr/>
          <p:nvPr/>
        </p:nvSpPr>
        <p:spPr>
          <a:xfrm>
            <a:off x="8869680" y="3886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IoU阈值过滤</a:t>
            </a:r>
            <a:endParaRPr lang="en-US" sz="105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置信度排序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31520" y="530352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8E7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05840" y="5349240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核心策略: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根滤波器在粗层定位，部件滤波器在精细层验证——这种粗到细的策略大幅减少了计算量，同时保持了高检测精度。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7" name="Shape 4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1" name="Text 49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行人检测实战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SVM OpenCV Implementation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6858000" cy="3840480"/>
          </a:xfrm>
          <a:prstGeom prst="roundRect">
            <a:avLst>
              <a:gd name="adj" fmla="val 1905"/>
            </a:avLst>
          </a:prstGeom>
          <a:solidFill>
            <a:srgbClr val="1E1E2E"/>
          </a:solidFill>
          <a:ln/>
          <a:effectLst>
            <a:outerShdw sx="100000" sy="100000" kx="0" ky="0" algn="bl" rotWithShape="0" blurRad="508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280160"/>
            <a:ext cx="6583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初始化 HOG 描述符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hog = cv2.HOGDescriptor()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hog.setSVMDetector(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cv2.HOGDescriptor_getDefaultPeopleDetector()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读取图像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cv2.imread('pedestrians.jpg')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cv2.resize(img, (640, 480))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检测行人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boxes, weights = hog.detectMultiScale(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winStride=(8, 8),     # 窗口步长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padding=(4, 4),        # 填充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scale=1.05,            # 缩放比例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hitThreshold=1.0,       # 置信度阈值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finalThreshold=2.0     # NMS阈值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绘制检测结果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(x, y, w, h), wt in zip(boxes, weights):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cv2.rectangle(img, (x,y), (x+w,y+h),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(0,255,0), 2)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cv2.putText(img, f'{wt:.2f}',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(x, y-5), 0, 0.5, (0,0,255), 1)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863840" y="118872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8F0E0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0" y="12344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关键参数说明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winStride：滑动步长，影响检测密度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scale：多尺度缩放比例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hitThreshold：滤波器响应阈值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finalThreshold：NMS合并阈值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32004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FF8E7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46720" y="324612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实战提示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先缩小图像可加速检测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调整scale和hitThreshold优化精度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使用GPU可显著提升速度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注意处理误检和漏检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530352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5349240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实验建议: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在INRIA行人数据集上训练自己的SVM分类器，对比默认检测器的效果差异，理解检测器的设计思想。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关键人物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21208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554480"/>
            <a:ext cx="1188720" cy="1188720"/>
          </a:xfrm>
          <a:prstGeom prst="ellipse">
            <a:avLst/>
          </a:prstGeom>
          <a:solidFill>
            <a:srgbClr val="E8F0E0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377440" y="1463040"/>
            <a:ext cx="33832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Navneet Dalal
</a:t>
            </a:r>
            <a:pPr indent="0" marL="0">
              <a:lnSpc>
                <a:spcPts val="1700"/>
              </a:lnSpc>
              <a:buNone/>
            </a:pPr>
            <a:r>
              <a:rPr lang="en-US" sz="16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Bill Triggs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机构: INRIA Grenoble
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核心贡献: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2005年发表HOG特征论文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提出方向梯度直方图描述符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INRIA行人数据集创建者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影响了整个经典检测研究方向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0352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554480"/>
            <a:ext cx="1188720" cy="1188720"/>
          </a:xfrm>
          <a:prstGeom prst="ellipse">
            <a:avLst/>
          </a:prstGeom>
          <a:solidFill>
            <a:srgbClr val="FFF8E7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554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863840" y="1463040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2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Pedro Felzenszwalb
</a:t>
            </a:r>
            <a:pPr indent="0" marL="0">
              <a:lnSpc>
                <a:spcPts val="1700"/>
              </a:lnSpc>
              <a:buNone/>
            </a:pPr>
            <a:r>
              <a:rPr lang="en-US" sz="16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al.
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机构: MIT / Brown University
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核心贡献: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2008-2010年提出DPM模型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设计潜变量SVM训练框架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PASCAL VOC多年竞赛冠军
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开创结构化目标检测新范式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5212080"/>
            <a:ext cx="10725912" cy="914400"/>
          </a:xfrm>
          <a:prstGeom prst="roundRect">
            <a:avLst>
              <a:gd name="adj" fmla="val 10000"/>
            </a:avLst>
          </a:prstGeom>
          <a:solidFill>
            <a:srgbClr val="E8F0E0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5257800"/>
            <a:ext cx="10177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共同特点  |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两位研究者的工作均以特征工程为核心，不依赖深度学习，通过精妙的特征设计和结构化模型实现了高质量检测，影响力延续至今。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18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核心文献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Must-Read Papers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716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71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HOG原始论文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77840" y="137160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353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Histograms of Oriented Gradients for Human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6916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Dalal &amp; Triggs, CVPR 2005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开创性提出HOG特征，在INRIA数据集上取得当时最优的行人检测性能，建立了经典特征提取框架。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28016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3716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371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DPM初版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155680" y="137160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0" y="1371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1353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Detection with Discriminatively Trained Part-Based Models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6916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Felzenszwalb et al., PAMI 2010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1920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提出可变形部件模型，引入根滤波器+部件滤波器架构，用Latent SVM进行微调训练。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256032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26517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2651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SVM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265176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20240" y="2633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Discriminatively Trained, Multiscale, Deformable Part Models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8680" y="2971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Felzenszwalb et al., PAMI 2010 (v2)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完整版本的DPM论文，详细阐述了Latent SVM训练算法和多尺度检测框架，被引用超20000次。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560320"/>
            <a:ext cx="5303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265176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2651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DPM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1155680" y="2651760"/>
            <a:ext cx="365760" cy="36576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3" name="Text 31"/>
          <p:cNvSpPr/>
          <p:nvPr/>
        </p:nvSpPr>
        <p:spPr>
          <a:xfrm>
            <a:off x="1115568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498080" y="2633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Cascade Object Detection with Deformable Part Models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46520" y="29718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Felzenszwalb, Girshick, McAllester, Ramanan, CVPR 2010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引入级联策略加速检测，DPM v4在PASCAL VOC 2010上达到冠军级别性能。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5303520"/>
            <a:ext cx="10725912" cy="822960"/>
          </a:xfrm>
          <a:prstGeom prst="roundRect">
            <a:avLst>
              <a:gd name="adj" fmla="val 11111"/>
            </a:avLst>
          </a:prstGeom>
          <a:solidFill>
            <a:srgbClr val="FFF8E7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05840" y="5349240"/>
            <a:ext cx="10177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阅读建议: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先读论文①掌握HOG原理，再读论文②③理解DPM框架，最后读论文④了解加速策略。建议对照代码库阅读，效果更佳。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4" name="Text 42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Visualization &amp; Detection Results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54864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实验一：HOG特征可视化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1719072"/>
            <a:ext cx="512064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920240"/>
            <a:ext cx="4754880" cy="1371600"/>
          </a:xfrm>
          <a:prstGeom prst="roundRect">
            <a:avLst>
              <a:gd name="adj" fmla="val 5333"/>
            </a:avLst>
          </a:prstGeom>
          <a:solidFill>
            <a:srgbClr val="F0F0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92024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可视化演示 ]</a:t>
            </a:r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原图 → 梯度计算 → Cell直方图 → Block归一化 → HOG特征图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观察结果：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人体轮廓处梯度显著，直方图丰富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背景区域梯度弱，直方图稀疏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归一化后对比度明显提升，前景背景可分离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1280160"/>
            <a:ext cx="52120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75120" y="1325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实验二：DPM检测结果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5120" y="1719072"/>
            <a:ext cx="484632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0" y="1920240"/>
            <a:ext cx="4480560" cy="1371600"/>
          </a:xfrm>
          <a:prstGeom prst="roundRect">
            <a:avLst>
              <a:gd name="adj" fmla="val 5333"/>
            </a:avLst>
          </a:prstGeom>
          <a:solidFill>
            <a:srgbClr val="F0F0E8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92024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检测结果截图 ]</a:t>
            </a:r>
            <a:pPr algn="ctr" indent="0" marL="0">
              <a:lnSpc>
                <a:spcPts val="2200"/>
              </a:lnSpc>
              <a:buNone/>
            </a:pPr>
            <a:endParaRPr lang="en-US" sz="16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根滤波器定位 + 部件精确匹配 + NMS后处理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338328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VOC 2007 结果：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mAP: 33.7% (人体类别)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多类别平均mAP超过当时所有方法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部件模型显著提升了遮挡场景检测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5029200"/>
            <a:ext cx="10725912" cy="1097280"/>
          </a:xfrm>
          <a:prstGeom prst="roundRect">
            <a:avLst>
              <a:gd name="adj" fmla="val 8333"/>
            </a:avLst>
          </a:prstGeom>
          <a:solidFill>
            <a:srgbClr val="E8F0E0"/>
          </a:solidFill>
          <a:ln w="1270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5074920"/>
            <a:ext cx="101772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动手实验建议
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使用skimage.feature.hog可视化不同图像的HOG特征  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调整Cell/Block参数观察可视化差异  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对比有/无归一化的特征效果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术语速查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Quick Reference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258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280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方向梯度直方图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3120" y="15179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of Oriented Gradients，基于梯度方向的局部特征描述符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77240" y="1810512"/>
            <a:ext cx="5212080" cy="493776"/>
          </a:xfrm>
          <a:prstGeom prst="rect">
            <a:avLst/>
          </a:prstGeom>
          <a:solidFill>
            <a:srgbClr val="E8F0E0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87452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745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828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可变形部件模型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0665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Deformable Parts Model，基于部件的可变形目标检测模型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2960" y="242316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423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377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支持向量机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2615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最大间隔分类器，用于HOG/DPM的分类和训练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2907792"/>
            <a:ext cx="5212080" cy="493776"/>
          </a:xfrm>
          <a:prstGeom prst="rect">
            <a:avLst/>
          </a:prstGeom>
          <a:solidFill>
            <a:srgbClr val="E8F0E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29718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971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Filter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29260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根滤波器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103120" y="31638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覆盖目标整体的粗粒度滤波器，DPM核心组成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1188720"/>
            <a:ext cx="53035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13258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3258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Filter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680960" y="12801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部件滤波器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15179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对应目标局部区域的精细滤波器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355080" y="1810512"/>
            <a:ext cx="5212080" cy="493776"/>
          </a:xfrm>
          <a:prstGeom prst="rect">
            <a:avLst/>
          </a:prstGeom>
          <a:solidFill>
            <a:srgbClr val="E8F0E0">
              <a:alpha val="5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187452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7452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Latent SVM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18288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潜变量SVM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80960" y="206654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处理未观测变量的SVM训练框架，微调训练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242316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242316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2377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非极大值抑制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680960" y="261518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去除重叠检测框，保留最优检测结果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2907792"/>
            <a:ext cx="5212080" cy="493776"/>
          </a:xfrm>
          <a:prstGeom prst="rect">
            <a:avLst/>
          </a:prstGeom>
          <a:solidFill>
            <a:srgbClr val="E8F0E0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00800" y="29718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2C5F2D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297180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HOG Pyramid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80960" y="29260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HOG金字塔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680960" y="316382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多尺度图像的HOG特征图堆叠，用于多尺度检测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4" name="Shape 4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8" name="Text 46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" cy="5435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10817352" cy="58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思考与讨论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817880"/>
            <a:ext cx="108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Think About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4630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325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HOG为什么对光照变化鲁棒，对旋转变化呢？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</a:t>
            </a:r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思考梯度的计算方式与局部归一化的作用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167128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E8F0E0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2350008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350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63040" y="2212848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DPM中部件滤波器数量增加会带来什么问题？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</a:t>
            </a:r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从计算复杂度和模型容量角度分析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054096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236976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369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63040" y="309981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HOG与CNN特征的本质区别是什么？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4655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</a:t>
            </a:r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将在Day 33 CNN基础中详细对比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941064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E8F0E0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123944"/>
            <a:ext cx="411480" cy="4114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2394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63040" y="398678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为什么DPM在PASCAL VOC上表现优秀但在实时检测中不够快？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3525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</a:t>
            </a:r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考虑特征计算量和模型复杂度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4828032"/>
            <a:ext cx="10725912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97BC62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63040" y="487375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现代目标检测方法是否还使用HOG/DPM的思想？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52395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 </a:t>
            </a:r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思考锈定框检测、特征金字塔等思想的传承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" y="5486400"/>
            <a:ext cx="10725912" cy="640080"/>
          </a:xfrm>
          <a:prstGeom prst="roundRect">
            <a:avLst>
              <a:gd name="adj" fmla="val 14286"/>
            </a:avLst>
          </a:prstGeom>
          <a:solidFill>
            <a:srgbClr val="FFF8E7"/>
          </a:solidFill>
          <a:ln w="12700">
            <a:solidFill>
              <a:srgbClr val="D4A843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5532120"/>
            <a:ext cx="10177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欢迎在讨论区分享你的观点！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7" name="Text 35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D4A84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97280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33: CNN基础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卷积神经网络入门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27432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004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预告内容：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CNN的历史演进与核心组成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卷积层、池化层、全连接层原理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从HOG到CNN：特征学习的范式转变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经典网络架构：LeNet、AlexNet、VGG
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PyTorch实战：构建你的第一个CNN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1645920"/>
            <a:ext cx="3657600" cy="3657600"/>
          </a:xfrm>
          <a:prstGeom prst="roundRect">
            <a:avLst>
              <a:gd name="adj" fmla="val 3750"/>
            </a:avLst>
          </a:prstGeom>
          <a:solidFill>
            <a:srgbClr val="FAF8F0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0" y="1645920"/>
            <a:ext cx="3657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今天 → 明天
</a:t>
            </a:r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手工特征</a:t>
            </a:r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↓
</a:t>
            </a:r>
            <a:pPr algn="ctr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自动特征
</a:t>
            </a:r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 + SVM</a:t>
            </a:r>
            <a:pPr algn="ctr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↓
</a:t>
            </a:r>
            <a:pPr algn="ctr"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End-to-End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 | CV 100 Days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988552" y="6638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&amp; Moss Theme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292840" y="6483096"/>
            <a:ext cx="512064" cy="512064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11292840" y="64830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D4A843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感谢学习!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32: DPM &amp; HOG目标检测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65676" y="2834640"/>
            <a:ext cx="3657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108960"/>
            <a:ext cx="944575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学习资源汇总
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Dalal &amp; Triggs (2005) — HOG原始论文
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Felzenszwalb et al. (2010) — DPM经典论文
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OpenCV HOG Descriptor — 实战代码参考
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PASCAL VOC Challenge — 标准检测基准
</a:t>
            </a:r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skimage.feature.hog — Python可视化工具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3D1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6355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CV100Days  |  计算机视觉 100 天学习计划  |  Forest &amp; Moss Theme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32: DPM &amp; HOG Detection</dc:title>
  <dc:subject>PptxGenJS Presentation</dc:subject>
  <dc:creator>CV 100 Days</dc:creator>
  <cp:lastModifiedBy>CV 100 Days</cp:lastModifiedBy>
  <cp:revision>1</cp:revision>
  <dcterms:created xsi:type="dcterms:W3CDTF">2026-06-26T05:16:33Z</dcterms:created>
  <dcterms:modified xsi:type="dcterms:W3CDTF">2026-06-26T05:16:33Z</dcterms:modified>
</cp:coreProperties>
</file>